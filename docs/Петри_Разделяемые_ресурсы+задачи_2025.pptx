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Override2.xml" ContentType="application/vnd.openxmlformats-officedocument.themeOverrid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theme/themeOverride3.xml" ContentType="application/vnd.openxmlformats-officedocument.themeOverrid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theme/themeOverride4.xml" ContentType="application/vnd.openxmlformats-officedocument.themeOverrid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Override5.xml" ContentType="application/vnd.openxmlformats-officedocument.themeOverrid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8.xml" ContentType="application/vnd.openxmlformats-officedocument.theme+xml"/>
  <Override PartName="/ppt/theme/themeOverride6.xml" ContentType="application/vnd.openxmlformats-officedocument.themeOverrid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9.xml" ContentType="application/vnd.openxmlformats-officedocument.theme+xml"/>
  <Override PartName="/ppt/theme/themeOverride7.xml" ContentType="application/vnd.openxmlformats-officedocument.themeOverrid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10.xml" ContentType="application/vnd.openxmlformats-officedocument.theme+xml"/>
  <Override PartName="/ppt/theme/themeOverride8.xml" ContentType="application/vnd.openxmlformats-officedocument.themeOverrid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1.xml" ContentType="application/vnd.openxmlformats-officedocument.theme+xml"/>
  <Override PartName="/ppt/theme/themeOverride9.xml" ContentType="application/vnd.openxmlformats-officedocument.themeOverrid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2.xml" ContentType="application/vnd.openxmlformats-officedocument.theme+xml"/>
  <Override PartName="/ppt/theme/themeOverride10.xml" ContentType="application/vnd.openxmlformats-officedocument.themeOverrid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3.xml" ContentType="application/vnd.openxmlformats-officedocument.theme+xml"/>
  <Override PartName="/ppt/theme/themeOverride11.xml" ContentType="application/vnd.openxmlformats-officedocument.themeOverrid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4.xml" ContentType="application/vnd.openxmlformats-officedocument.theme+xml"/>
  <Override PartName="/ppt/theme/themeOverride12.xml" ContentType="application/vnd.openxmlformats-officedocument.themeOverrid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4" r:id="rId4"/>
    <p:sldMasterId id="2147483998" r:id="rId5"/>
    <p:sldMasterId id="2147484154" r:id="rId6"/>
    <p:sldMasterId id="2147484501" r:id="rId7"/>
    <p:sldMasterId id="2147485612" r:id="rId8"/>
    <p:sldMasterId id="2147485911" r:id="rId9"/>
    <p:sldMasterId id="2147485923" r:id="rId10"/>
    <p:sldMasterId id="2147485947" r:id="rId11"/>
    <p:sldMasterId id="2147488710" r:id="rId12"/>
    <p:sldMasterId id="2147488722" r:id="rId13"/>
    <p:sldMasterId id="2147488734" r:id="rId14"/>
    <p:sldMasterId id="2147494192" r:id="rId15"/>
    <p:sldMasterId id="2147494204" r:id="rId16"/>
    <p:sldMasterId id="2147495098" r:id="rId17"/>
  </p:sldMasterIdLst>
  <p:notesMasterIdLst>
    <p:notesMasterId r:id="rId49"/>
  </p:notesMasterIdLst>
  <p:handoutMasterIdLst>
    <p:handoutMasterId r:id="rId50"/>
  </p:handoutMasterIdLst>
  <p:sldIdLst>
    <p:sldId id="345" r:id="rId18"/>
    <p:sldId id="348" r:id="rId19"/>
    <p:sldId id="357" r:id="rId20"/>
    <p:sldId id="358" r:id="rId21"/>
    <p:sldId id="359" r:id="rId22"/>
    <p:sldId id="361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88" r:id="rId31"/>
    <p:sldId id="375" r:id="rId32"/>
    <p:sldId id="377" r:id="rId33"/>
    <p:sldId id="378" r:id="rId34"/>
    <p:sldId id="379" r:id="rId35"/>
    <p:sldId id="394" r:id="rId36"/>
    <p:sldId id="389" r:id="rId37"/>
    <p:sldId id="390" r:id="rId38"/>
    <p:sldId id="391" r:id="rId39"/>
    <p:sldId id="392" r:id="rId40"/>
    <p:sldId id="393" r:id="rId41"/>
    <p:sldId id="333" r:id="rId42"/>
    <p:sldId id="335" r:id="rId43"/>
    <p:sldId id="339" r:id="rId44"/>
    <p:sldId id="395" r:id="rId45"/>
    <p:sldId id="349" r:id="rId46"/>
    <p:sldId id="350" r:id="rId47"/>
    <p:sldId id="322" r:id="rId48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Темный стиль 1 -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 autoAdjust="0"/>
    <p:restoredTop sz="92550" autoAdjust="0"/>
  </p:normalViewPr>
  <p:slideViewPr>
    <p:cSldViewPr>
      <p:cViewPr>
        <p:scale>
          <a:sx n="147" d="100"/>
          <a:sy n="147" d="100"/>
        </p:scale>
        <p:origin x="48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249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19DA3B4-8FBD-85B6-BED0-253DCB556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65CD24C-5BE1-A9D6-68B9-384829F5DB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14100256-6F1C-1748-9940-A779E97490E2}" type="datetimeFigureOut">
              <a:rPr lang="ru-RU" altLang="ru-RU"/>
              <a:pPr>
                <a:defRPr/>
              </a:pPr>
              <a:t>15.11.2025</a:t>
            </a:fld>
            <a:endParaRPr lang="ru-RU" altLang="ru-RU"/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01CE7D9B-8CF9-7752-48A2-2DCBC277D7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989A9D7C-3B0F-8E9A-A524-AD9299D84D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A5CB57B-D79B-1848-9708-0127D96A0A2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B1612D9-F7A7-DD98-3259-B91CA66A7B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543DBB-BFE8-A7FA-97E8-491BAA1282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941675E4-8AF5-174E-94C1-CAA03F1D52B3}" type="datetimeFigureOut">
              <a:rPr lang="ru-RU"/>
              <a:pPr>
                <a:defRPr/>
              </a:pPr>
              <a:t>14.11.2025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69AA4112-51BE-05FE-76BC-59F5D25CC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F72B9C08-7203-B7E5-40DF-2EE150C3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 noProof="0"/>
              <a:t>Образец текста</a:t>
            </a:r>
          </a:p>
          <a:p>
            <a:pPr lvl="1"/>
            <a:r>
              <a:rPr lang="ru-RU" altLang="en-US" noProof="0"/>
              <a:t>Второй уровень</a:t>
            </a:r>
          </a:p>
          <a:p>
            <a:pPr lvl="2"/>
            <a:r>
              <a:rPr lang="ru-RU" altLang="en-US" noProof="0"/>
              <a:t>Третий уровень</a:t>
            </a:r>
          </a:p>
          <a:p>
            <a:pPr lvl="3"/>
            <a:r>
              <a:rPr lang="ru-RU" altLang="en-US" noProof="0"/>
              <a:t>Четвертый уровень</a:t>
            </a:r>
          </a:p>
          <a:p>
            <a:pPr lvl="4"/>
            <a:r>
              <a:rPr lang="ru-RU" altLang="en-US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505DE2-453E-3ECB-07DF-0C381E2E43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90519B-2FA3-9CDA-61C8-8C6CA8C26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12291D5-5A40-A644-84CD-E7506498D59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Образ слайда 1">
            <a:extLst>
              <a:ext uri="{FF2B5EF4-FFF2-40B4-BE49-F238E27FC236}">
                <a16:creationId xmlns:a16="http://schemas.microsoft.com/office/drawing/2014/main" id="{24BB64BB-63BA-DA89-CEC6-FB22848BFB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Заметки 2">
            <a:extLst>
              <a:ext uri="{FF2B5EF4-FFF2-40B4-BE49-F238E27FC236}">
                <a16:creationId xmlns:a16="http://schemas.microsoft.com/office/drawing/2014/main" id="{D8D86985-E96D-EF1F-30A3-0BD0025EA4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/>
          </a:p>
        </p:txBody>
      </p:sp>
      <p:sp>
        <p:nvSpPr>
          <p:cNvPr id="49156" name="Номер слайда 3">
            <a:extLst>
              <a:ext uri="{FF2B5EF4-FFF2-40B4-BE49-F238E27FC236}">
                <a16:creationId xmlns:a16="http://schemas.microsoft.com/office/drawing/2014/main" id="{A7EF78D0-8D9B-3CE2-1104-C51C817F9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fld id="{3F84AD33-498B-E44F-95C3-FDFEFB7082BF}" type="slidenum">
              <a:rPr lang="ru-RU" altLang="ru-RU" sz="1200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18</a:t>
            </a:fld>
            <a:endParaRPr lang="ru-RU" altLang="ru-RU" sz="12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94FDD78D-7D6C-467E-1DBD-3994025C0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fld id="{F97D0E62-53B3-8C4F-9A5A-A8F40AFE4BFB}" type="slidenum">
              <a:rPr lang="ru-RU" altLang="ru-RU" sz="1200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26</a:t>
            </a:fld>
            <a:endParaRPr lang="ru-RU" altLang="ru-RU" sz="12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184DCC3-ED05-7F82-4DF9-E25AE2C0F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56C34F5-5145-4CC9-A191-DC56E982B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hemeOverride" Target="../theme/themeOverride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hemeOverride" Target="../theme/themeOverride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hemeOverride" Target="../theme/themeOverride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themeOverride" Target="../theme/themeOverride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themeOverride" Target="../theme/themeOverride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themeOverride" Target="../theme/themeOverride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themeOverride" Target="../theme/themeOverride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themeOverride" Target="../theme/themeOverride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069880E-0FBF-A2C6-3F43-3DD6FC750327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705E07-8FE2-33CE-765C-2482A3ED8902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6751754A-9745-B4CB-853F-9EB737AEBF49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A737FCC3-FE9D-7F6D-CC57-5FE7AC44E9D1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A377EEED-8F4A-E8DC-2213-F21104885687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BA6855E-1D7F-C217-1191-81C34CFE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E44FA06-273B-257E-2BAB-5EF66BFD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FB0DEFC-BD6C-4693-71ED-6ACD4039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A54C1-C52C-C445-9CCF-9146B09E919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40833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F2BE-6F39-B241-AE19-CF7E0F08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EC85-181C-612E-E58B-6857201A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E6B24-1C13-C893-6496-B29FBF93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2DEDF-F693-C745-BB86-130C98B4117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2577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FB6EC-29FB-D9E8-8C37-94DF5153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3EF0D-6B79-D985-77CF-155DED24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98AA8-4257-1908-BC39-C4FFA6A8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D798-285B-B348-BDF5-BDC69501501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124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EF2BAED0-8262-BD14-4CA2-BE17E21DE76B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BE516534-AB00-C446-7018-5B573015EDB8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C778FB1A-0DE4-C3F7-0343-FAFEC5897ECE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495C1D-4011-E27E-16C0-57203622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565B7D9-35D9-EBFB-1A1D-AA8AD909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AB92CD4-06C6-2DD6-6392-17017083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9233A-9048-104E-A1D5-626342D5D99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503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E2A23E3-40ED-68C4-5419-04F4726D50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533A-1F5F-53A7-8A83-D257A5DD75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7808-3040-2F4E-C778-DDD66BC155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56BC6-34A5-B346-AE42-20A84C0F8E5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1955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2FCF9-BFCF-B575-1F87-3AFCFB1EBA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4E69A6-1349-9B28-F6D7-83DDCB8B425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A78F63-CD20-AD59-5C47-63C0657E79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F17B4-7885-674F-ABF6-DF7A975B1DD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7735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1301B8E-2A4E-FED9-055D-3539107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273450-47D9-7CE0-A50B-4CBC5A9C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22517C-C881-EFA3-E3A5-FE24F934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16BA2-548D-084B-9FA3-2FE8A1885C0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100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D8CA052-D869-9351-19F6-55D0D2D2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38BF3F2-BF1A-510F-2676-9C83F0A6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09B4DD0-A171-4747-85C0-03E40ABB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07012-68DD-594B-AA42-53F7A26B65B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9565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01073F6-F5FE-944F-1A5D-EF5E494E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A27648E-05C4-F0F2-3C79-AF51540E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E06DFA-12C3-5EB2-3918-E2F82150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354D-B208-934B-BE79-ED4BBE40D43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5198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83ABF3-4483-CF1D-053D-671AFA3D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8A156E-1B40-D6FF-291D-28B18DDD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278986-D9A8-CE16-7E8A-787BF283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47E9D-400F-4D40-AFF4-0288991DF88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7148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14B28-A8BD-D6EA-A79F-B716D781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9D78-71BC-7C9F-C556-E97D4481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6802-E469-EF57-5F66-CB4A384A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1F42D-C4EA-6C47-94E5-4744A41FC8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72024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F40FF-24E2-33CB-A132-5C98C3E9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B4732-6109-2B02-EE29-9DEE095F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33EE-3F28-C919-BB62-4784F0D1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CD5C2-7904-2C4F-913C-DECC40E40AA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16827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30216E-BCE9-A2E9-B42F-543EAAAB4D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B8DA3-249E-CD49-9EA2-90E89FEB552F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8FBA18-F329-A7DC-A3D6-154C322F3C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1B8212-AE04-4AE5-4115-66E9C80159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46838-537A-5F4A-9F9A-2DE4C7ADD2D5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6560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F08C3E-9745-1AD6-3DFC-DACFD46EB7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B1275-E376-8F49-823D-CCA9F11684C2}" type="datetimeFigureOut">
              <a:rPr lang="ru-RU" altLang="en-US"/>
              <a:pPr>
                <a:defRPr/>
              </a:pPr>
              <a:t>14.11.2025</a:t>
            </a:fld>
            <a:endParaRPr lang="ru-R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55EC24-2C5E-CC5B-A970-89756EC766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EF1086-BF12-C54F-4583-8895EE423A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91511-03D1-0A4E-AF16-72FEF3407773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3417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B4BC0D-F3C9-968D-A0B8-66CEF2F7CE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084E-308F-3A48-A138-AD1A08C34C04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A89CC3-C617-DF37-1F63-CFCE0AC20B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E5BAA6-8AB8-146C-8866-818267932E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3BE2D-5F9C-5740-AAAE-FDC3B7BEB803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56320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5350D-EB0C-0E28-D432-121E5B989A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655E0-5003-3847-B95E-84B919B0EAB0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AA083-A590-88EA-4A4C-4D7332ECB4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28AEC0-3C6B-33C0-19BB-BC6CBB41FC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6114C-CAB2-6A48-A071-CB4D968F078E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3755887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14B13D-56BB-D259-3AEC-6BEA6DF2D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63FB1-3383-8847-83CB-38972262EA3E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C28116D-56E7-7599-8ED9-7D0161191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96D765D-E722-0A15-022B-26AF3F804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423C0D-7A09-6F46-9A0F-6238522544F8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480622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DDDCD5-0B01-29A8-8DAC-BA0DD9CF84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B5397-7159-0E4A-8353-D74269A4BBFC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D7AAB8-1B1D-9763-D92D-B24031F584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2FC4C3-33F7-534E-F9BC-58B2EBE93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0D078-8E2C-5742-B408-643D1E3CE5D5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586274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33D415B-5AAC-BB7B-B517-6617F19C38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48412-2A84-574D-87AA-57435A0237B2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16DF8D8-5FEF-34EB-E309-0B7634B942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693FA6-18F6-4AF5-B5EA-08D2416C86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7AF10-EDFC-844A-9B37-99B4C4B0B10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63578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13A63-062C-2935-B870-3EE084AD36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F7060-FC63-754A-AF02-86536EC7A3F1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62B35-EDD0-28CE-6548-CD1EB5D5CD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534F39-3DE0-200B-94E9-5303FE108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B8101-8C19-6344-95E1-976079C1477D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23965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C4941-A37C-7B45-EAAD-A669EF5213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0373F-A31C-3E42-B8C5-E5D49F5F8D0C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56F224-FFB3-44D3-DC88-8EB630F0C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B25CE-3838-00E6-56E2-668579E2F8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38C5F-AFA8-5C4C-8003-11F767984DA8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89093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5215BE-429E-70E5-4F85-CBEDA7C16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28262-A142-6B4D-B9CA-2C81BF617F10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E80537-2201-CC18-81FB-AADC7684B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3A2EA9-FDC8-9A5E-D6B6-0D9814ADAA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8FAE7-A1DD-FD46-83A9-639162EB7F8C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06971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C4BF1D-AD2B-E692-64C8-C0032ECB1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44E48-9028-584B-A05B-D62E4150D11B}" type="datetimeFigureOut">
              <a:rPr lang="ru-RU" altLang="en-US"/>
              <a:pPr>
                <a:defRPr/>
              </a:pPr>
              <a:t>15.11.2025</a:t>
            </a:fld>
            <a:endParaRPr lang="ru-R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D3E6A2-6EB1-9289-F812-1648EE2D4B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FB20F6-86F9-7997-CFA1-9FDD322AEA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3A5D8-C34C-CA4C-9C33-C386283F9503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316483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6DCCD-0DAE-7674-F89B-0B8E9FA6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64F6-920F-0BFA-DB72-25ABB893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FA7D6-754E-608E-173D-08E8EF6B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260BF-3FCC-CB48-A012-9187FC5D0BF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430533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67517-E267-C408-6387-9E38D7C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5DD07-C82E-8FAE-4FC1-1E288657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C1D99-B964-F5FF-485F-9AD4BF9F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0AC7A-B96A-FE47-B963-C1E459543AC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714969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29458C98-7292-A5F0-881A-9BD1E2517E80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0AC1FF40-B94E-118C-695C-7CFF104FC06E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3B72199C-E78F-4035-25E3-D0589F7303C0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9D0567C-E39E-755D-F164-5E9FF806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3298100-BEDB-6B85-C528-999FC423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41DAC8-6B8A-A058-8DB8-31933312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95570-5D9D-9643-A46A-A7EDBD154D6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46288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ED4B972-E241-146F-B1BB-BE9ACB3F1D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6F80C-4285-64EF-DD71-DAB4257620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B917C-EA65-5E93-2D98-E8756D374F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78511-014E-4B45-84FC-710F26B70F4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12473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83F48-8809-A2C3-B64A-8733D2DE266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A052D0-7FEF-6E18-031B-10BF7715B2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97F90F-412F-1211-B97A-9F30364445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6AC62-FBB2-1F41-A3B0-678D48B7D85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61958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9DF6401-C2EF-46B9-998C-202E27C6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C816CFE-529D-3A98-B698-771ABF578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5ED136-DD26-C2C1-80EF-2623B0FD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DB646-FC59-4846-BBF9-AC69A915454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402388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E3A6F6-9E50-8F15-2BD9-0EFBA2D1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AD7894-45A4-2E14-8C2D-C2BDCC39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1C792A2-3A0A-9A82-5A43-F7247A91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47AB8-322E-8947-9937-02F8B3A4AC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050863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A2EE98-5087-81C4-19DE-9133BA0E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3C51AE-0BAC-57B8-F719-2CD1110D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C7CA5E-67EC-1F6E-D7B6-4C063CE7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A3977-58E3-8B4A-A76E-77FD5D2F1B0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5653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520DA2-1FDF-BB43-36B7-AB1BFEFF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900AB0-424F-2AD7-4796-6B67464C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FD56E9-87A2-B7ED-9A22-3AB583F7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DC628-6D63-3F43-8FF9-8B1FAC7900A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634499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5383C-753A-A08E-A50C-9BFDD143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9C5C4-E840-05F1-70A8-5FDA84A7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100B7-94F5-EE2E-3DE9-53338FD51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7A8F-90DA-D341-B0C0-C5003F76E80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09003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88753-C986-0A1B-D610-9ECBE3D8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38E20-296E-5F00-8766-F206490C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5D4B7-B1B8-B5A0-C4D7-ED3BCF6C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C0D07-98D9-F746-8577-9C418187B1C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223386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32A50-6225-CD78-5585-4632F4CA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B72F3-08D8-0474-E891-AD3CE82E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7854C-03DA-7E67-E8D2-B7D767AC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3BC07-0E59-E04E-B6D1-24280FB9348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42949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5E52E-05AC-E22C-2BA1-FA706F32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3DB49-6DEB-5F49-BEEE-6C9945D2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832C6-D0AB-0BAC-4777-B871939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F169A-2113-D94A-B809-6E1DE33F59C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8353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75577489-2C56-EE4D-DE12-34756B8822F6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64736579-6C1A-85F4-EDBF-5FD52F2435DE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076EB37E-DC1A-7005-53C0-DAA4B8DF4B0E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B20FC02-9911-42A8-0DF0-4AB68A7E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9C54E5-BE9D-178B-965E-A243CED92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0124BD6-7F86-F575-EEFF-122D1FA5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DDDA5-DB38-B746-BD9F-D3F11D79F7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5051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3E76-F470-B4C1-FBE9-27B54AAE1F9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3DDA5-2EA6-2F70-6741-2279E8B05B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55005-3099-D15D-2B36-71761E9066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C1286-E23B-AE45-A0F1-12A82358AFC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656361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06460-60CE-D3EA-60A2-16DFCB1E597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B0AFE5-8273-A48C-D85A-96C9B119C6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D36D48-4888-2C08-B568-86534804680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A0C27-730E-B243-91DE-B2BB4E7F775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205117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60E658A-E5C2-4199-9490-3DE2E6CB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B6AE298-2CAE-548F-D0A4-70D180A8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A1B3A2-5BF1-11D7-B982-0715B76C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D6C06-8C5D-DD47-B438-7D3A1E0AB83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361187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801FE0F-BE7C-7CE4-DD35-A27CBCF6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50FB1C-4700-D3F2-9FAB-95AFB8C9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3B09F4-C5C6-37F9-6DA0-2A4814B5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60C1A-75B2-8B46-890A-E0ECAC6CD45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006662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5A6EBC-1A30-8286-4E76-556A6740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C6F63C-255B-7222-B6F5-6827967F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172A5E-E7AB-1FDC-881F-4D7EE981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2B4AA-8486-1B47-9647-F72D59BD140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09543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ADB02E-D012-E463-D0DA-F2B980AD3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6CD7B6-9995-19E7-862A-ECA1AF55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AF0704-4FEB-1CDF-315E-223D0394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5E0D0-9B78-2A45-BDEC-5F771B461D7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891384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8CE3D-BEF0-4FC3-68D6-26F885D6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E3DDB-55AD-C124-8CCB-40DE05B7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93AA1-C0A1-553B-D416-BD5C23D7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1EE8D-2532-3943-994B-47AF8D9276A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866111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0E4E2-021B-0995-32A5-050F180C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5955-A411-3DA7-F053-10A18FDF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549F-652F-12B6-01A7-9D2A234C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86C47-B2C7-AD42-9ACD-FE2DE82F0B4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95826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7490-7DCC-63E3-823F-257CB017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1AAFC-D5FD-5116-03F9-99416317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FD4F-41F7-054D-337F-292FCB98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A253B-00B4-FA49-908E-851ECFD513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164105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1852-9F1B-C70B-5060-AEEA8B25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95701-4099-441E-048E-85D40CFB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FA1DC-68D9-2F06-1B5C-50356CC7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54D00-370A-D148-A300-1522C48F5FB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674287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5B308684-90AC-8FF3-74D3-4B2680A20CF6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B109378B-4CCE-ACE2-E822-1BAC94E3BA87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21578242-34FF-CA5D-8196-0735898CE7AC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E1A18-41C0-33C3-B2DE-622D3714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95E14C-2B44-DDA6-BF5E-0317A441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A33BEE-C9DE-0114-EA56-0381DBCE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7EF68-BAFB-AC4C-AB00-C086FA8B42B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4332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CF92AB-AF17-0F0B-666F-D90DAC411C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A7EF1-454A-46F7-B3EF-B5FF2421D6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44966-569F-A1E9-5863-A4F8328B7F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CA642-EC89-C34E-9801-FCDB750886F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72267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0C048-D0FF-A1B8-EBE0-AD27B0FFB02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862DC7A-08C4-32B5-424A-AE07CD400F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640BBC-A281-4D4F-3318-98A0EF2634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B4DC7-AC55-CB4A-BF28-EA4CEF456D9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678624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F8E065E-299A-A333-98B5-C76DAEF2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F2C75B6-2FB3-2B80-DCBB-6FB62ACA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D34D18-3BB7-3393-AFC2-3BE9F072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4231A-33A4-9F4C-A0E5-B6472BD111C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59158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A82DCC0-EA2E-2201-B7FD-06E762BD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CD13CC2-5486-FAD7-95A8-4FBDE4D5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B7F9A1-282D-1704-2161-B6E4C427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CE845-EC2D-364E-9AB3-40679127CEA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60431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98465C-4F15-5FD1-4F4E-E850121A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6828FF-DBBE-145E-E1D3-EAA76A50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A27532-98AD-D15D-DC69-5B2DF9F1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CA91-C5E8-B54E-B22C-5A3A3AEC454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290648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2C097D-6305-D61F-A7C2-9052F66A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D13EF3-F871-3B4A-0248-073B29CC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443E3B5-CEDE-88D6-4EC3-F9A70F5E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4B71B-BF40-F040-AB7D-7A499F44D37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767310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12F74-3572-2680-3E32-99DBFFA8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1C3C6-1690-2BE5-12E3-EFAB1FEF1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8F583-C84D-1FE1-795D-99120B70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C00FC-B75D-4648-A911-6A395BB888E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984754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D67F-F420-58A2-9774-A0584B1B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DD17F-3EFD-F0B9-825B-51C7FC2C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0DB52-001C-0D03-BDCE-9242B9EF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386D9-08FE-4B48-9D8E-ECA7CCFBB8F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50768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C76D9-79F5-CE78-1CC8-ABC95412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8FE60-4053-5B28-B7F9-26A5DF92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7187D-AB79-E92C-17FF-04C6A67C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1CB1A-6A97-E441-B9CE-3C62B65DFA9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917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9FA22-657F-B6A5-A86F-4A56A120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178E9-2B7A-C816-8B17-FF98E006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B265E-9B74-8B46-38E8-8D15C0A7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DE243-4721-EF40-85AE-22A19166409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739418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A03403AE-D2A0-57BA-1677-8A05AA1050C0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EDDF4D66-8CF3-A35E-E75D-FF3FD4247512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2ACC85DE-03A9-2597-9DD5-51969237EB18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6587E81-354D-0537-C023-2C11ACD3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19492A4-9AE9-1943-FE7B-CF0CEFDCE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9A7A84A-0E62-7D21-F1D4-30B79581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4CA19-F4E5-8A4F-86F8-FFDC713E7A6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6289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01806A5-D5BB-2171-1C3B-2BF43EC5A2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6847A-48BD-CFB9-F15C-DAACA769EB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ECE6E-07F9-E892-662B-531B53C275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3E921-4B47-D745-A618-5C60B12508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704703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FFF8-8352-3C55-83CF-A3858E6115E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BEA2C2-0ECB-94E4-4AAD-0C1C7B534B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7EEFDD7-F821-575B-33D9-3D41DB65A9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53110-77D7-1E43-A5AF-CF2071BCD06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567792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3AA664F-9A68-DDF2-F486-34E75144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6AF172-187B-6D3A-CA12-AA64583C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46E921-9F24-7973-0D37-32233EBA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6B680-D70E-3B45-82E0-33179E5D54D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0890815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5078F-9D2D-3FF6-E213-22772FE2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D009CE-B67A-C427-26F7-32033593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3C2D1AC-B468-E3D1-B6FE-DD29A396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4D0BC-2FA4-2449-AF3E-5F768CCBF43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114970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930AEA-9970-D982-2275-8B705918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FE77062-199B-A3E3-BFCA-AF703C47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C2CB99-30BA-F9CC-CFB0-45AFE7B6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82DC0-BA07-8940-99D5-9CC9C779908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395196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981C167-D02C-8082-B90C-09CDA38B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494337-9A9A-4E2C-01DF-25006970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7D362C-4E56-1BD7-96A0-A2470EFE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2C4F2-2D60-1F45-B4D8-F24479DE670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878266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0F232-A63B-EECE-6A96-A184144C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A535A-E069-0218-CE34-368A6B422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615A0-059B-D804-281E-36570383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2AD02-D913-8E41-A8D7-0C4F73322B6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0578017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0D2E1-E359-5A0B-DEFD-87CD62C38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C7BB-E96F-2B07-B87D-EE0850E0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0611E-9419-5FB3-104C-7479FBE4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25763-EBB2-A241-AF78-544F32D86FD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829574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EAD7F-C528-6A5B-C1A9-2685436A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D8BA2-9AFF-E765-7A1B-8ADE9BA8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98D33-5BB4-578D-8222-E1664BD7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AF528-CD09-DE40-89E5-D990F8C4E52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059337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AF79-4F12-1673-AF39-BDD7C5FC3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0A7D-471C-5DFA-B6A0-4E2C35F4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215D7-CEBE-51A5-5F77-A283DB06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8D249-79D6-6248-A6B6-6FDD926C924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892118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4D588CC4-27D6-C183-DDE9-4DB7BCDD82A5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372AC35E-E810-7CEA-64CD-E6CA39EFB158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C1BB3044-DF87-8B4C-1ED5-08F1D5DF5A45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050EAB7-9417-AFEE-CA0E-9412AAE2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B0BF98-6720-A8ED-9E56-DF502C34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008D9E3-6BB0-422A-BBF1-14BE1C37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18C30-7001-0042-B03D-342E35EC63C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96512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10D7DA-6CEF-A31A-2422-8E46667F65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8BB3D-A2BD-4D9D-AD67-BD498A3100D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24D1-3314-9103-53C4-9FCD504EC4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E10B0-A389-684B-8DC1-99B3203C988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733733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B256C-0DF0-2D7A-32D0-407FB1442B4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EB2FBF-C2D5-BCD3-F99D-B8EB8A7C17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5E016B-4875-FEFA-AC3B-21F7F522D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97E26-6C87-DC4D-9298-978C573022D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655858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FA98DAE-E052-194D-E03A-E8059635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A42A7A-CA1D-E7FA-C70C-BAD7C692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1613C46-3496-227F-BCF7-29F33820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0A620-5EC3-9049-91D2-4B25E494094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01195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A4F433-1B3B-C74D-22E2-DF5B3C3D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F4032A-9151-5077-8A14-0B460FEB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EDC3104-C8E5-0604-12FD-BEE13819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83B54-D61D-3D42-8E15-BCB54AF7F6A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2540433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DFDAFE-01A8-020E-9E56-5AC6BF55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00C3F3-2705-01D6-BC54-D799E3A5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FE86E0-1692-1274-3B34-6865924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60AFF-6E1D-CD4D-A7B5-AB06D44901F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2515458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A4DFD1-F028-8E61-8983-EDD8E0D1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A4EDE2A-6CCB-0418-654B-F7E5EB1C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CC8AA7-8D6C-E501-09C8-B93C78D8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D637D-9FA8-6E4A-ABD1-3906C10188B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881694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A0873-9CA5-4A38-9DFB-6C3F2F9E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FF072-60E4-0EE3-2D2F-30EFF2F8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2B923-D6B9-CE2C-8853-1A1F6E76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767E32-4731-F642-BA3A-EEA6BD9FC6A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404795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A975-9DB9-CF09-FCAC-03423068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D5DD-5B21-0AA3-7B58-CD54D9B8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5E08E-CB9A-0AFE-9782-CB3714E4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19969-1B52-F745-BB26-A540ED66D07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311196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8D4E8-9A7C-E2FF-EDA1-67BF7279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B0347-8DFC-37FB-384A-BD9C3227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B86E9-80F0-718F-4F8B-DB77D4B5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FA958-DBFC-9049-9584-066425BAA6D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898340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12F90-4EBB-43A7-9B1F-8A05D44B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F6B6-CB81-536F-8DF6-79DA117F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2511A-6F02-23B9-4C33-DC68BA0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6B919-74C0-504C-8316-8E7988473ED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9438089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6E522E4F-5C57-90CA-91FF-522B86982174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84258708-BFC7-152F-5F8F-83A0A00CE3C2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B0B3949C-EEC1-2D0E-E555-671FA971F7BD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6871D9C-5149-9398-952F-2E81B3A8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58E19E7-373A-F21E-BB2C-F3C1C7C7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696A39-46B2-54E1-D1A3-106D7FFC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BFE71-C65B-E44E-BFE7-DC6513679B6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61676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B83E06A-A0B4-8D5C-2C07-177BB514B5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2C39D-F4A2-8841-B926-2C19E804E6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9CEFD-8DB2-40A2-BA79-A943810F6B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0E8F6-9591-294B-A6EB-348C875A709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6043252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6430F-A2A3-C24C-ED74-CAD8D4CEC7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B4E966-6FD3-B3ED-B47C-7AE33B949C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013753-1413-26E0-56E8-446BE2EDBF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916A3-538C-744F-9749-9CEB6C55C48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9882559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9B52D0F-0A6B-22AD-41C5-B5123DFC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E9CCD18-699D-A5A9-3561-B6B68856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42B3F3-2399-947A-8CBD-D072569F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D331-0288-924B-82BB-93FF513B78E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0477670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3602EBF-B04E-7A39-DFBF-92DBFBB9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81A4C9F-125F-A3A5-F4C9-46CB4489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D6F3D3-EAAC-4AFC-D22A-4054B36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4050B-E281-414F-AAE0-CF64B852FC4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156824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069639-3222-64BE-0F0E-855E0760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3197FF-CDD4-D16C-916A-2271E2B7A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A9B8A7-1980-F62B-9ABA-447155A3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69AA6-5854-C94C-83DC-E8C4EB004AD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408797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FDE84E4-3E57-E6E1-700F-2CA715A9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DD217B5-863F-B540-704C-E9BE3217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E7CC2BB-48DB-7134-661C-4A43F372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B0B81-A35C-D94E-8456-C9B0C693555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2791389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9DCC5-3B0F-B264-B304-77BB5900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EE9B9-D63C-9E01-D954-2D8786B6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A6B47-3140-699E-0435-7528D563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757A5-0574-F94E-B12C-5CF8AF463E0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8121708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4FD2C-27B3-CDB4-BBFB-8A81E809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EBD61-4B7B-DC0F-E852-559D2E5A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783A-4957-8017-8141-D531D59D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E51C9-99E0-0A40-8276-08C1C04A355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9083146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5A44-5D78-B987-0DF1-C7D9155A1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D46ED-02A0-8626-0AB1-EAC2E1945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BB7F5-AF51-8443-2156-1E38F217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86D5E-0974-2241-95C7-40DF21B4E39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0901844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24434-FF08-5B15-A229-9E910859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046A8-2491-3D29-6704-7DD34DE3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9C30F-5403-F5F9-F42C-335F8268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99482-C57E-9347-88E0-E68EBBE2446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199974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F244C359-F6A3-4FA9-83B8-6B38C1390508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60EAE8E1-FBEF-52B8-2356-0050B7D3F17C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BB37B535-E665-C635-F1BD-42B8136FEC1D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D90023-2E4B-B0EB-1BED-AC16C932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6DE285D-491A-9534-8BD4-0025ED99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B4C326-7E80-376B-C60E-9F6D9AE72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289BF-37E6-B541-AD23-BDF300A39F3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8727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3538EDE-6265-B010-53CB-642AA12E2F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BB9D-13C2-50C6-8B55-631A9B9950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2CA69-47E7-84D9-1AD9-1A9F480B17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3458E-4D7A-F84D-8EF7-E4E4F64BBCA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597221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41370-2D1D-F5CB-905F-9B4777CB20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FDA9FA-080F-1289-CCD9-BCE9B06FFD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95ADD5-F06E-EBA6-3240-E73120E48C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BFA17-065B-594A-89F8-DDCA93112D8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4995745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2E8D3AA-69FA-EC22-DCF4-8B911ED3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7D7C67F-41D9-963D-A3E0-474FC02D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2A3618-0FB9-C7C0-01BF-A0428DD5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0FC7E-2220-B64C-8D1D-52767EB18FF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915511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5A9843B-8C3B-DA54-3FEF-7CD0D4F5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F8182F-E7FD-69CA-5B88-334FCC38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1F29F5D-FCA7-668D-FC02-2306B724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C8096-C15A-1143-ACE9-8649DF30005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4084247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D9621FD-CD62-EFB5-70FA-D7D97429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46FEEE-17BF-F1AB-5087-414E1C49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C44579-7BEC-8AB0-24CA-B014BBB5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2E62A-0B52-EE45-BAA4-CCFFE40CBB9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5666428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292692-4CF4-DB7E-8676-EE003CA0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ACAB37-5CFA-2C8B-880A-B484F0BCD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536BA0-7B7B-D464-0A4D-83144839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5D48D-3774-7845-B25F-32A9C4997B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3384653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AE66F-5C53-D8F9-D2F6-13CDF47C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88904-E6F7-EAF6-62C5-1BABD17E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A79D-D4CE-6F0B-8688-C778FB1D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BEF2F-5155-5B46-B45B-62622CE838C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9130450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BA9D-131B-AB70-AED3-5FF1609F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1A21A-1EE2-E867-6E70-BD7955B7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3B81A-384D-8703-4ADB-B402E8DE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F1A32-CB85-9F44-B33C-34EAEA3621D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670918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A041C-17A3-50E0-C05E-261AA5E0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4DF2D-1358-6025-DB99-F6DF8968A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8764-E04F-7D8D-CFBB-59332956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482CC-E7B3-EC47-9889-CDB8F9CED63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17818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2D079-D636-8DEC-5BA7-25671962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CF80-75BA-EF5D-B4A0-8FA2CC51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E487F-1005-2ACA-D515-CB5D1EB2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74732-7563-714D-959F-E0AE9273CFB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1250145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6F6AA3F5-1A97-8F92-F185-DA1EB57BA099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02DA2DA2-7B2D-FF39-6FDD-C1EB16DD7155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6A1FB918-0AA0-E868-484F-D1E5E983765D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F514CF5-A9C7-F865-A76C-CD861F8D1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2C50781-8C92-C1E9-2F6A-F9809E14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B4A4613-48A6-23ED-1E49-80EABB1F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067D2-E03A-F949-AA76-FA61ACA17F4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8265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A8FA9C9-BFE5-CB85-E111-F2F65EA3C18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5CEF0-789A-5753-99E2-86C7EFC356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BCA8-87F4-77FA-A3A3-32C74E2F50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18044-9ADC-294D-94BB-288B61CE90A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226597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B814B-F3F2-84E4-D18B-100EDBDC38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369A5B-8072-CFFB-CA78-4FBF840E30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BD1415-930D-9E1E-BC40-DD9A034899E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07919-38B2-6746-9139-BA725849962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362695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BFA548F-2A9A-7ABF-835F-9D09F357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3F659B-0B12-238B-DAF9-3748F1EE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25F97F-98E0-5A9A-A4B9-A6EA06D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15-2552-064F-8A4F-5F7AF55D14C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834293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377B832-7594-12FD-CABC-073D527F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1BB6333-948A-7099-3BF2-2C5419F9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7BEC67-6952-8091-5F06-C297C272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4D0C9-0EDC-B040-83B6-FDFB6B83899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8002788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A35815-B165-42C5-2660-6BBABC9E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376ED6-E9E4-5881-08B5-E589701F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807FD-2EA5-2923-BC7D-E325EE97F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E7545-620B-A542-A068-62A4062B8E2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5078748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D6A0B1-BC43-D6ED-ED49-FC0F702A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67B405F-CD87-D4E1-7496-F39A5909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81F173C-A4D5-D881-E876-6C09D3B7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8AF7F-16FF-F841-A46E-02FFFA89AD0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1242935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521C2-66E7-BB02-E90E-9484845F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78A23-C46E-06FA-9EEC-82605915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A3E14-B39F-87BA-910D-4E5A8121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A9985-64A7-8D40-A126-5558F60392D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3988661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A7B84-B021-4E9E-A1E4-6549D16A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1C1E-8FD6-7B0C-02C9-124C2E0F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530B5-70CE-8E0D-C017-89284AA7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40FE5-44CA-2446-BA24-E0E11C0882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3707767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EA679-2D49-FE49-2177-FBFC3C22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91E68-2707-C92A-1ECA-4CCB4A1C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5247-D597-7DDD-14F0-DF439A50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6FB28-A21A-B746-96C5-68FC31036BB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137597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D4F50-C17C-C60F-AC3A-21A54FCF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0E1A4-B97D-A9E6-47E9-849EEB7C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8611-8211-FEFD-BB9D-0BDC335C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92033-A7B2-214F-AF5B-54449C1AF40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9299423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046CB797-0C8E-3913-497E-51DC08C3C04C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C9C87824-8F69-DB4F-C771-E6BFC76E61D9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CB38DC68-08A3-E1B7-DFC0-4BF4656DA1DF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C4AF89D-0526-8F49-17B8-4E087456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5713F9D-D3AD-D2FC-813E-8782A71D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D3283-543F-F443-ABF0-2CE2020D0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586FA-2773-8F4C-AFE4-3D94FD82412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9354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D191AD1-BC1B-5516-BA9C-FFC9BCE071E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4222F-3EC3-A11D-7EAC-13DE28DE8A8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35865-422F-0322-4BEF-17D67675A0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BF789-DAC3-4B4D-B8D3-70962FA1CD6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627598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295E-ABC6-BB6D-8BF6-9B708FC03D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3990698-4BDB-0ACA-8AF7-A3D5F80A5F0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75D3F66-159F-135E-31E5-E0FC4BD0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AA60E-5E5A-9F41-A455-804480FA5D4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0378787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BA36D9D-EFA9-E486-6C02-F82E33CB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6DE0CE0-E1A7-00CC-4AFA-83ECDB0E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5C9F8E-DAE8-295D-66DF-9256F9F3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7F4FE-A85D-5548-8B95-91431C397D8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1914403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709F86B-0751-D7CA-7FA5-4D2370F0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A68E546-013C-C576-D084-2FD88CCC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FE7622-1A2B-8D02-D374-9FC808C3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99D4D-9E1C-B54D-893E-4C2D2E78157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953519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3C7670-6F40-F4C9-1612-3435B2939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843961-539C-3514-1DBB-E42E109B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BE8503-3071-6E58-CDB1-BEE56700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2A606-BBAB-B042-A480-0C5754CE27F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5930607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BEFAF0-BBE2-021E-E9E8-16FAB3E2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DA6AEA-2CE8-26F9-2634-614D917D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DDAE0B-669C-1B03-4F00-7B377B6E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D35A8-8977-2E4B-AF37-E5F0093D6FC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1095407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BF32-C16B-049C-7839-C9B246A0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5E296-28CE-9F64-1C37-6FBC5312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6EB0B-69BD-5BB4-6BAC-2E7FB1A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3CDE5-7EEB-6945-84B9-6E8BA5330F2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557199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4D0BA-12A8-7A43-D15A-83C5A768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0023-A7F4-E2EA-D310-BA21813F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E0F32-4500-06B4-C83A-F3CF516D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B985A-1729-2940-A6B1-6545A141FA1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0179390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5007-75E2-4F92-F357-F71BCC73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53B33-3044-D091-894E-CFAC541D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DF8E9-1469-83A8-2B43-25E25AD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F7BBF-3267-204B-8EC5-173C8DD9881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9156057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428EC-6AF2-5363-FB75-28AE615C2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FCD74-8662-0B8D-1496-0F83C99E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94D9E-40F1-B56A-1D94-2AFBC8C7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374D6-7FF5-4F4D-93A0-70155BBB269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599483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C78DA9F9-B695-93A4-E25F-0F7E5AE572AF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BC54D150-10C8-382C-71FD-8E5339A7A358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8C031CE4-C4E0-1A09-C9C6-CB130A36B984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B046ABB-41A2-1B90-6EBE-866F8ACB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46DD16-ECFD-0750-B66A-9A508276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4AD85A-5BE7-D801-A156-F7C03501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1B411-E278-8840-81CD-21982B25B63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50406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DA592FE-523B-EC09-64EC-210C9C56EEA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6ACC-9988-3AD1-8872-FA4BEABEF5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2F2B9-7370-C4E4-AA3E-E8D3DEEFF4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AB542-156C-394C-B300-096BCC37C7D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6534130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B9FF-5D07-EA14-5FC6-3250045BFD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5EB7B5-49F6-ACCC-548F-7CBBA44973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354ED3-02DD-D47C-47E6-6D5E4C039D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2EC12-AF18-9841-A903-549901BC4F8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0301817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FADB2D-4C1E-8161-336A-84879ECE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7C9261A-C06E-5C01-28AD-7979CC71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10594F-D215-70C9-FB03-60B50C1F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F3158-6BC5-AD47-85F5-8853DD952A6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0419404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4BE307E-045E-169E-E5F5-F7FE1C28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C8453F-7303-5D09-6F8F-4DE41DE6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467C94-FCC3-70EA-591D-964E44C2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8B3CB-2117-B540-B1ED-0B61C16D6CA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0628139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81F849-BBB2-F7BD-4330-D6613B6D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034138-846D-BB61-7E6C-F02EDD7C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EF7BAD-123C-8F60-CE45-3B35BC4A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4888E-6DF9-1E4A-9C73-36B6C31B9DC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1663984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E77C49-8C42-5321-0A2E-9AC937B4A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F34FE95-74D2-BE78-53D6-BF9572AF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BF6B80-EE0C-147C-B122-1CC8D387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A4368-BFB8-EB46-BEB2-1A75AE59ABC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868750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E360C-4C02-DFF4-C350-1334092F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5988C-0B59-6D0E-54A0-9618F3C2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15EF4-4ADD-D62D-83EE-C5DB375D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F7865-17AD-EB44-A7F8-69B534A861D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914527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98035-A89C-B161-01DD-C3767AB0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EFC2-60BF-F63A-BD7F-EC2E4533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322CB-C5E2-9598-EEC2-44E7FEB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3AB94-054F-D14B-99B0-55FECF51C45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383232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4D1E-E759-223D-8481-30181529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F0516-1255-66DB-20F1-02BFEC02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86C77-55A4-A03C-729F-48218D19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54C1A-30D6-9A4D-BC70-943618E839D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1336246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9DAC3-7945-6EBD-CD5B-5154F97E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1C96-F817-3793-CD33-22F1AEA5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D14EB-7F85-ADB4-03C2-FDEA2851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6E3E9-D68B-FD4A-9064-2921B5437A5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8103265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D618E2BF-1B4D-9919-3720-C85535FF8B03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044E9CF8-8FD0-8736-8B00-911B5B0F1CA6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B53F5479-C014-9C67-D0E9-7A4D0746AEF6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5168745-7B50-F641-5FED-8D629456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2A770A6-C712-AF9B-7F63-A8A8A80FF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E732-8FA8-FB93-1E91-988D95B0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063AC5F-C9F4-144D-8414-F781E261330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9116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110C226-0BCA-F46C-B85E-F526AD03772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88CE-F45B-0E10-039B-51DB6F1230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94011-54CD-6596-6E92-C2EB26D275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2A838-8D3A-224D-861D-892364F4D4C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5889675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E6D5-8BAB-D379-A45D-D7D2424F93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F6F4DB-85AE-AA6E-FC0D-96456ED647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66926C-C005-9A43-6111-565F02502B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0918E-1C13-E44E-9FF8-3EE0F2BF85B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7096319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CEF7B0-55F5-A16B-1EFF-E4B470B0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AFD5F76-C769-CA7E-1D6B-E410D97AF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FF1FA39-0328-9D02-7EBD-EF26E6EF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19C98-12F2-1142-9B63-AC72DAD3B8E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1833935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A50F054-FFCE-EB86-E9F8-41D79DC3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D870AE-E535-113E-0F64-8248B77B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CF623BB-74A2-C766-2C1E-A0FF72CD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DADE1-5DC8-7E40-8BB5-4C2DA8F84E5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738727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FBC66D1-9923-0B2C-A7D8-1DB6F8D5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F3EF53-A98D-E991-2E80-3B023591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CCEDE8-98ED-0B0D-9C02-838DC22D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2C59A-ADA2-784E-A02F-B493D66AD16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8056745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85302A-1D62-6382-EB09-38E824BE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745CF4F-877A-45B0-49E5-D15D9D35D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5F40D1-85EE-675C-E30D-A6C57C9A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DA2D8-86C5-BB45-A2A5-9EAF1C75950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186832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BFBF5-C381-E130-9E55-E49C93A5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F6FB6-7036-B64C-03B1-9E31189F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4F8A7-D6BF-9392-1F84-2CDD3DBB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EA41-87E1-8449-AB78-CDB60CEA7E1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654787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170EC-C9A5-779F-4AFB-D592C1508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80FD6-2309-A158-7A38-6EA2B352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EADB-DC43-B76C-4115-CD6964AA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7E214-F28D-DE44-B9F2-5913B20744D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944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4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934F88-B4CE-D97C-A5FB-A899CFCE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D5DFCB1-3322-747A-F9BA-834AF04322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854D829-84BF-9775-EEAD-F884CB4F7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13C47F6-7C7A-B7FF-30CA-23C87C49C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eaLnBrk="1" hangingPunct="1"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DA2B80D-E55A-F19F-EBE2-BF7B0714D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E35E150-C4DD-E940-AB59-11CF442F2B1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254" r:id="rId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D0AFB-0E15-8B69-6476-12044B31D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17363865-A29D-BC66-0405-ABF7383492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3E3E3-5007-2D26-C990-B0B32AE62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E830-E4B8-F3F8-B3DA-F88FA2D7D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FCAAC-AB18-AFB1-8CBD-A7C0E6D06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55D9492-A435-8544-9E00-E5A71FFFE8C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96A679-2461-417C-B658-78DE243F9B0E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A40C8F-E0BA-21CF-F591-B3724D9FBE10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23" r:id="rId1"/>
    <p:sldLayoutId id="2147495124" r:id="rId2"/>
    <p:sldLayoutId id="2147495255" r:id="rId3"/>
    <p:sldLayoutId id="2147495125" r:id="rId4"/>
    <p:sldLayoutId id="2147495126" r:id="rId5"/>
    <p:sldLayoutId id="2147495127" r:id="rId6"/>
    <p:sldLayoutId id="2147495128" r:id="rId7"/>
    <p:sldLayoutId id="2147495129" r:id="rId8"/>
    <p:sldLayoutId id="2147495130" r:id="rId9"/>
    <p:sldLayoutId id="2147495131" r:id="rId10"/>
    <p:sldLayoutId id="2147495132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184CCF-F432-F328-6540-D6FD9B67A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Образец заголовка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1F078B-2216-695F-EE4E-5AD91714B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Образец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F17E3763-37A1-598B-0D84-51373B5887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5A43215A-C8B1-A64D-8831-809FE2AC2D94}" type="datetimeFigureOut">
              <a:rPr lang="ru-RU" altLang="en-US"/>
              <a:pPr>
                <a:defRPr/>
              </a:pPr>
              <a:t>14.11.2025</a:t>
            </a:fld>
            <a:endParaRPr lang="ru-RU" altLang="en-US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90E2F67-8B3A-F750-EA78-67983959D7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A3BAA944-48DF-5CC7-7D91-747191B97E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ABFBE15-E337-104E-9228-8A8413586972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33" r:id="rId1"/>
    <p:sldLayoutId id="2147495134" r:id="rId2"/>
    <p:sldLayoutId id="2147495135" r:id="rId3"/>
    <p:sldLayoutId id="2147495136" r:id="rId4"/>
    <p:sldLayoutId id="2147495137" r:id="rId5"/>
    <p:sldLayoutId id="2147495138" r:id="rId6"/>
    <p:sldLayoutId id="2147495139" r:id="rId7"/>
    <p:sldLayoutId id="2147495140" r:id="rId8"/>
    <p:sldLayoutId id="2147495141" r:id="rId9"/>
    <p:sldLayoutId id="2147495142" r:id="rId10"/>
    <p:sldLayoutId id="214749514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E6132-B432-1BDE-8F33-7568D941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D8F1A545-2EDA-A0E9-7250-826E2BB63F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D744F-8F0A-FE71-88F9-0A6E5F1E5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54901-1C5F-455D-B2F2-EA87C17F8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A1070-D67F-1716-EF0F-6C5FDA820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5D5211F5-9D58-F846-BCEC-383E16F1421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F7F040-0FE2-1E15-DAD7-DEE87579628B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01B549-1F3D-A363-024B-35E0FF507F7C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44" r:id="rId1"/>
    <p:sldLayoutId id="2147495145" r:id="rId2"/>
    <p:sldLayoutId id="2147495256" r:id="rId3"/>
    <p:sldLayoutId id="2147495146" r:id="rId4"/>
    <p:sldLayoutId id="2147495147" r:id="rId5"/>
    <p:sldLayoutId id="2147495148" r:id="rId6"/>
    <p:sldLayoutId id="2147495149" r:id="rId7"/>
    <p:sldLayoutId id="2147495150" r:id="rId8"/>
    <p:sldLayoutId id="2147495151" r:id="rId9"/>
    <p:sldLayoutId id="2147495152" r:id="rId10"/>
    <p:sldLayoutId id="214749515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D8FB0-8BA7-AA10-C016-76B11188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id="{F2D5D4F8-55B5-0A67-CCEE-0F8E22D35F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A4B92-70AE-591D-EA68-B5D09FA6E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9238-899E-8517-FADA-93DD980EE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50409-AA77-D57F-17BA-F5BD165EE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D15D972-4DD3-734D-9CDC-E5983FE61B1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8253D6-3FD7-710E-EB60-310D3840E73B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22A804-F5E3-0A04-691B-0778FF3E0F3D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54" r:id="rId1"/>
    <p:sldLayoutId id="2147495155" r:id="rId2"/>
    <p:sldLayoutId id="2147495257" r:id="rId3"/>
    <p:sldLayoutId id="2147495156" r:id="rId4"/>
    <p:sldLayoutId id="2147495157" r:id="rId5"/>
    <p:sldLayoutId id="2147495158" r:id="rId6"/>
    <p:sldLayoutId id="2147495159" r:id="rId7"/>
    <p:sldLayoutId id="2147495160" r:id="rId8"/>
    <p:sldLayoutId id="2147495161" r:id="rId9"/>
    <p:sldLayoutId id="2147495162" r:id="rId10"/>
    <p:sldLayoutId id="214749516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ED659-480F-A105-262A-EDC9D900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147" name="Text Placeholder 2">
            <a:extLst>
              <a:ext uri="{FF2B5EF4-FFF2-40B4-BE49-F238E27FC236}">
                <a16:creationId xmlns:a16="http://schemas.microsoft.com/office/drawing/2014/main" id="{F50C1808-11A2-C6D9-C47C-3E74217845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C0FF-7316-DB51-F081-33AF34927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AF5B8-E89F-DFD7-8CE8-1F333FA4B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639F0-8768-B3FE-6949-016481385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93D92AB-0050-8242-BD32-984F5994EDD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C891FC-C042-20B5-A546-EF7C38C72A1A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F1FE6C-2DC0-C164-E761-1CB1C49957A9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64" r:id="rId1"/>
    <p:sldLayoutId id="2147495165" r:id="rId2"/>
    <p:sldLayoutId id="2147495258" r:id="rId3"/>
    <p:sldLayoutId id="2147495166" r:id="rId4"/>
    <p:sldLayoutId id="2147495167" r:id="rId5"/>
    <p:sldLayoutId id="2147495168" r:id="rId6"/>
    <p:sldLayoutId id="2147495169" r:id="rId7"/>
    <p:sldLayoutId id="2147495170" r:id="rId8"/>
    <p:sldLayoutId id="2147495171" r:id="rId9"/>
    <p:sldLayoutId id="2147495172" r:id="rId10"/>
    <p:sldLayoutId id="214749517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93DA8-2A06-606D-1BE4-085E4D9F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171" name="Text Placeholder 2">
            <a:extLst>
              <a:ext uri="{FF2B5EF4-FFF2-40B4-BE49-F238E27FC236}">
                <a16:creationId xmlns:a16="http://schemas.microsoft.com/office/drawing/2014/main" id="{47DB6702-E687-9AA0-9A25-88F228F62B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F36D-4BE3-2ED2-8830-178380402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29997-6A80-2B7A-B3A8-92D1FD2AA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93CEC-9297-457E-E7AE-4B2F4F72C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AE6B756-BA9A-BE4F-88F6-4B8419461C9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C93551-AE6B-C38D-2854-502E387EE72B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B2050E-0D69-303A-BB41-8D53C0370E1E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74" r:id="rId1"/>
    <p:sldLayoutId id="2147495175" r:id="rId2"/>
    <p:sldLayoutId id="2147495259" r:id="rId3"/>
    <p:sldLayoutId id="2147495176" r:id="rId4"/>
    <p:sldLayoutId id="2147495177" r:id="rId5"/>
    <p:sldLayoutId id="2147495178" r:id="rId6"/>
    <p:sldLayoutId id="2147495179" r:id="rId7"/>
    <p:sldLayoutId id="2147495180" r:id="rId8"/>
    <p:sldLayoutId id="2147495181" r:id="rId9"/>
    <p:sldLayoutId id="2147495182" r:id="rId10"/>
    <p:sldLayoutId id="214749518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E4ED7-4B29-83C0-9377-DF3BA308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195" name="Text Placeholder 2">
            <a:extLst>
              <a:ext uri="{FF2B5EF4-FFF2-40B4-BE49-F238E27FC236}">
                <a16:creationId xmlns:a16="http://schemas.microsoft.com/office/drawing/2014/main" id="{C0B2D06F-8C76-B180-D6B7-1EDEF64350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F3BF5-DF09-5E3A-FDAA-67172234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43F04-6C5C-C669-C099-AF3341F96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1B834-281E-B57B-F3DF-E20ED9EF7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7B709CCF-26ED-5B4C-BD9B-F163E55458E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AE238B-580C-F735-27B4-D6FEB2D37B8B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1C60DB-B1AF-E41F-D547-D87DAE2C155C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84" r:id="rId1"/>
    <p:sldLayoutId id="2147495185" r:id="rId2"/>
    <p:sldLayoutId id="2147495260" r:id="rId3"/>
    <p:sldLayoutId id="2147495186" r:id="rId4"/>
    <p:sldLayoutId id="2147495187" r:id="rId5"/>
    <p:sldLayoutId id="2147495188" r:id="rId6"/>
    <p:sldLayoutId id="2147495189" r:id="rId7"/>
    <p:sldLayoutId id="2147495190" r:id="rId8"/>
    <p:sldLayoutId id="2147495191" r:id="rId9"/>
    <p:sldLayoutId id="2147495192" r:id="rId10"/>
    <p:sldLayoutId id="214749519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7E5A7-53B1-03B6-939C-F67B945B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219" name="Text Placeholder 2">
            <a:extLst>
              <a:ext uri="{FF2B5EF4-FFF2-40B4-BE49-F238E27FC236}">
                <a16:creationId xmlns:a16="http://schemas.microsoft.com/office/drawing/2014/main" id="{1FB82AA8-8E13-D3E5-03A8-DA53CEEED1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EE6D1-1764-E5E7-4733-BE4440A1B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2878C-80CD-7E43-109C-30EE9ED61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08D4-9E2D-008D-7E07-846662B79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285DB48-1BCF-AC40-8315-5D1C9F750A2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3577F8-197F-4488-EDA6-7E8A593A7B9F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D8464B-0AB6-EACF-B9AD-20F06586F081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194" r:id="rId1"/>
    <p:sldLayoutId id="2147495195" r:id="rId2"/>
    <p:sldLayoutId id="2147495261" r:id="rId3"/>
    <p:sldLayoutId id="2147495196" r:id="rId4"/>
    <p:sldLayoutId id="2147495197" r:id="rId5"/>
    <p:sldLayoutId id="2147495198" r:id="rId6"/>
    <p:sldLayoutId id="2147495199" r:id="rId7"/>
    <p:sldLayoutId id="2147495200" r:id="rId8"/>
    <p:sldLayoutId id="2147495201" r:id="rId9"/>
    <p:sldLayoutId id="2147495202" r:id="rId10"/>
    <p:sldLayoutId id="214749520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058D5-40B3-0A29-F98C-9D278C135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243" name="Text Placeholder 2">
            <a:extLst>
              <a:ext uri="{FF2B5EF4-FFF2-40B4-BE49-F238E27FC236}">
                <a16:creationId xmlns:a16="http://schemas.microsoft.com/office/drawing/2014/main" id="{E9338734-D9B9-6D14-28DA-9AD637FFA8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C588-3032-FBAC-4A5A-6408CEFC3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54779-FF44-C730-A89D-F73136A4A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DFE92-CCD2-8987-39C5-067B1D2DB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6E40A251-EA56-2040-9300-8325E811BBB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602697-2CE6-5F3F-9EF1-13CF1F1BB571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B84464-8A66-C604-8BFB-E30450F08E76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204" r:id="rId1"/>
    <p:sldLayoutId id="2147495205" r:id="rId2"/>
    <p:sldLayoutId id="2147495262" r:id="rId3"/>
    <p:sldLayoutId id="2147495206" r:id="rId4"/>
    <p:sldLayoutId id="2147495207" r:id="rId5"/>
    <p:sldLayoutId id="2147495208" r:id="rId6"/>
    <p:sldLayoutId id="2147495209" r:id="rId7"/>
    <p:sldLayoutId id="2147495210" r:id="rId8"/>
    <p:sldLayoutId id="2147495211" r:id="rId9"/>
    <p:sldLayoutId id="2147495212" r:id="rId10"/>
    <p:sldLayoutId id="214749521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13E224-AD92-CA62-2F58-219267FA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267" name="Text Placeholder 2">
            <a:extLst>
              <a:ext uri="{FF2B5EF4-FFF2-40B4-BE49-F238E27FC236}">
                <a16:creationId xmlns:a16="http://schemas.microsoft.com/office/drawing/2014/main" id="{4369FD6E-B183-BDA5-7A44-1820D9E9E1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14722-D556-DD5D-6A27-7AEA8B5F4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A7927-F453-4525-3E93-FD9E15AC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SPbSPU, ICST, Vsevolod Kotlyarov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45D95-E784-1B26-A32F-468BB9D3B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F796F846-A8D8-134F-82EF-B7815161210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4328E3-0F73-D006-6EF7-924F7151FB3E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B1EFCC-03F2-6EC6-457E-1E1C8AB57E9C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214" r:id="rId1"/>
    <p:sldLayoutId id="2147495215" r:id="rId2"/>
    <p:sldLayoutId id="2147495263" r:id="rId3"/>
    <p:sldLayoutId id="2147495216" r:id="rId4"/>
    <p:sldLayoutId id="2147495217" r:id="rId5"/>
    <p:sldLayoutId id="2147495218" r:id="rId6"/>
    <p:sldLayoutId id="2147495219" r:id="rId7"/>
    <p:sldLayoutId id="2147495220" r:id="rId8"/>
    <p:sldLayoutId id="2147495221" r:id="rId9"/>
    <p:sldLayoutId id="2147495222" r:id="rId10"/>
    <p:sldLayoutId id="2147495223" r:id="rId11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C6252-15B0-D5D0-8739-E9EDFB68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291" name="Text Placeholder 2">
            <a:extLst>
              <a:ext uri="{FF2B5EF4-FFF2-40B4-BE49-F238E27FC236}">
                <a16:creationId xmlns:a16="http://schemas.microsoft.com/office/drawing/2014/main" id="{1E6CDF43-A8BC-E12B-9420-C6BD3C4738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BF240-230B-EB12-468E-84F9A44D2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D219B-1332-65CD-0A76-8F687A07E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8A05A-0DD5-E7EB-81D9-CD0E31609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E1E1CF5-C40A-A346-8396-F48CD5B5EBE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EEB60E-0F53-E3E3-6F7F-E44AF73069C9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364070-ECEB-9363-504D-D4CF73ECCF88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224" r:id="rId1"/>
    <p:sldLayoutId id="2147495225" r:id="rId2"/>
    <p:sldLayoutId id="2147495264" r:id="rId3"/>
    <p:sldLayoutId id="2147495226" r:id="rId4"/>
    <p:sldLayoutId id="2147495227" r:id="rId5"/>
    <p:sldLayoutId id="2147495228" r:id="rId6"/>
    <p:sldLayoutId id="2147495229" r:id="rId7"/>
    <p:sldLayoutId id="2147495230" r:id="rId8"/>
    <p:sldLayoutId id="2147495231" r:id="rId9"/>
    <p:sldLayoutId id="2147495232" r:id="rId10"/>
    <p:sldLayoutId id="2147495233" r:id="rId11"/>
  </p:sldLayoutIdLst>
  <p:hf sldNum="0"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C1AD0-A5DC-6CCD-59C5-DBA2C852C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315" name="Text Placeholder 2">
            <a:extLst>
              <a:ext uri="{FF2B5EF4-FFF2-40B4-BE49-F238E27FC236}">
                <a16:creationId xmlns:a16="http://schemas.microsoft.com/office/drawing/2014/main" id="{EC5F828F-A038-913E-B16D-9AD46DC2AA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1EDF3-1169-F760-88CC-A40672D10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441EF-F7EB-5FD9-F66E-C5A55D73E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 b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2AA5-B8EA-E06C-D226-545CF79D8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487B1CD7-8795-F843-A7F8-A6C03187DF1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A200A2-0F7A-BAF9-6A40-73602FC6F8BF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B9FD90-E6F6-FDB9-B0F8-5FAEBE5CE288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b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234" r:id="rId1"/>
    <p:sldLayoutId id="2147495235" r:id="rId2"/>
    <p:sldLayoutId id="2147495265" r:id="rId3"/>
    <p:sldLayoutId id="2147495236" r:id="rId4"/>
    <p:sldLayoutId id="2147495237" r:id="rId5"/>
    <p:sldLayoutId id="2147495238" r:id="rId6"/>
    <p:sldLayoutId id="2147495239" r:id="rId7"/>
    <p:sldLayoutId id="2147495240" r:id="rId8"/>
    <p:sldLayoutId id="2147495241" r:id="rId9"/>
    <p:sldLayoutId id="2147495242" r:id="rId10"/>
    <p:sldLayoutId id="2147495243" r:id="rId11"/>
  </p:sldLayoutIdLst>
  <p:hf sldNum="0"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79427-A7CF-0C3E-1A98-3953A954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339" name="Text Placeholder 2">
            <a:extLst>
              <a:ext uri="{FF2B5EF4-FFF2-40B4-BE49-F238E27FC236}">
                <a16:creationId xmlns:a16="http://schemas.microsoft.com/office/drawing/2014/main" id="{8F077C95-FF00-7190-98EE-BCFD4AD7AD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32A9-F400-DD0E-E5D8-7D1B40A72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01B7-44F5-D049-0B1F-6C1DC31BD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/>
              <a:t>MOTOROLA EDUCATION CENTER in SPbSTU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BE053-0598-159E-72EA-ED71D5B50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8B1AEF03-6C27-624D-9D57-73D960C2659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204FB2-A7B0-48A4-C424-AC881BAA273F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D98C68-80BC-5A66-8AA9-C5CCF57D677D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5244" r:id="rId1"/>
    <p:sldLayoutId id="2147495245" r:id="rId2"/>
    <p:sldLayoutId id="2147495266" r:id="rId3"/>
    <p:sldLayoutId id="2147495246" r:id="rId4"/>
    <p:sldLayoutId id="2147495247" r:id="rId5"/>
    <p:sldLayoutId id="2147495248" r:id="rId6"/>
    <p:sldLayoutId id="2147495249" r:id="rId7"/>
    <p:sldLayoutId id="2147495250" r:id="rId8"/>
    <p:sldLayoutId id="2147495251" r:id="rId9"/>
    <p:sldLayoutId id="2147495252" r:id="rId10"/>
    <p:sldLayoutId id="2147495253" r:id="rId11"/>
  </p:sldLayoutIdLst>
  <p:hf sldNum="0"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http://itmu.vsuet.ru/Subjects/Matmodel-pk/Seti-Petri.files/image008.gi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191F1196-6122-4C5E-8A24-F4E999D1D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773238"/>
            <a:ext cx="82296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en-US">
                <a:effectLst/>
                <a:latin typeface="Arial" panose="020B0604020202020204" pitchFamily="34" charset="0"/>
              </a:rPr>
              <a:t>Лекции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1537ECB-8087-C0BC-A175-9C49329D0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-458788"/>
            <a:ext cx="8229600" cy="16002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en-US" sz="3200">
                <a:effectLst/>
                <a:latin typeface="Arial" panose="020B0604020202020204" pitchFamily="34" charset="0"/>
              </a:rPr>
              <a:t>Модель объекта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D98F106-4B10-EA69-3721-BA40A43D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141413"/>
            <a:ext cx="8229600" cy="5456237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en-US">
                <a:latin typeface="Arial" panose="020B0604020202020204" pitchFamily="34" charset="0"/>
              </a:rPr>
              <a:t>      </a:t>
            </a:r>
            <a:r>
              <a:rPr lang="ru-RU" altLang="en-US" sz="2000" b="1">
                <a:solidFill>
                  <a:schemeClr val="tx1"/>
                </a:solidFill>
                <a:latin typeface="Arial" panose="020B0604020202020204" pitchFamily="34" charset="0"/>
              </a:rPr>
              <a:t>Приближенное</a:t>
            </a: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описание объекта, которое строится исследователем с целью получения </a:t>
            </a:r>
            <a:r>
              <a:rPr lang="ru-RU" altLang="en-US" sz="2000" b="1">
                <a:solidFill>
                  <a:schemeClr val="tx1"/>
                </a:solidFill>
                <a:latin typeface="Arial" panose="020B0604020202020204" pitchFamily="34" charset="0"/>
              </a:rPr>
              <a:t>определенного результата</a:t>
            </a: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ru-RU" altLang="en-US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Виды моделей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Физические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Математические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Графические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Аналоговые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Эвристические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Химические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       Имитационные</a:t>
            </a:r>
          </a:p>
          <a:p>
            <a:pPr>
              <a:buFont typeface="Arial" panose="020B0604020202020204" pitchFamily="34" charset="0"/>
              <a:buNone/>
            </a:pPr>
            <a:endParaRPr lang="ru-RU" altLang="en-US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Вариант реализации имитационных и математических моделей: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en-US" sz="2000">
                <a:solidFill>
                  <a:schemeClr val="tx1"/>
                </a:solidFill>
                <a:latin typeface="Arial" panose="020B0604020202020204" pitchFamily="34" charset="0"/>
              </a:rPr>
              <a:t>ПРОГРАММА, ПРОГРАММНАЯ СИСТЕМА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D431C6B-32C4-8EB4-03A4-0C82D0DEF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-311150"/>
            <a:ext cx="82296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ru-RU" sz="2800" b="1">
                <a:effectLst/>
                <a:latin typeface="Arial" panose="020B0604020202020204" pitchFamily="34" charset="0"/>
              </a:rPr>
              <a:t>Процесс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0C65C3E-97C8-7729-C153-313B622C7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557338"/>
            <a:ext cx="8280400" cy="4895850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ru-RU">
                <a:latin typeface="Arial" panose="020B0604020202020204" pitchFamily="34" charset="0"/>
              </a:rPr>
              <a:t>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ОБЪЕКТ  -  ПРОЦЕСС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динамический объект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Модель процесса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ru-RU" altLang="ru-RU">
                <a:latin typeface="Arial" panose="020B0604020202020204" pitchFamily="34" charset="0"/>
              </a:rPr>
              <a:t>          </a:t>
            </a:r>
            <a:r>
              <a:rPr lang="ru-RU" altLang="ru-RU">
                <a:solidFill>
                  <a:schemeClr val="tx1"/>
                </a:solidFill>
                <a:latin typeface="Arial" panose="020B0604020202020204" pitchFamily="34" charset="0"/>
              </a:rPr>
              <a:t>ПРС=(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</a:rPr>
              <a:t>X,F,So,S</a:t>
            </a:r>
            <a:r>
              <a:rPr lang="ru-RU" altLang="ru-RU">
                <a:solidFill>
                  <a:schemeClr val="tx1"/>
                </a:solidFill>
                <a:latin typeface="Arial" panose="020B0604020202020204" pitchFamily="34" charset="0"/>
              </a:rPr>
              <a:t>к)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ru-RU">
                <a:latin typeface="Arial" panose="020B0604020202020204" pitchFamily="34" charset="0"/>
              </a:rPr>
              <a:t>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ru-RU">
                <a:latin typeface="Arial" panose="020B0604020202020204" pitchFamily="34" charset="0"/>
              </a:rPr>
              <a:t>    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X   -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множество переменных пространства состояний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F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-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множество функций действия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So -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множество начальных значений переменных пространства 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     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состояний (начальное состояние)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к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-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множество конечных значений переменных пространства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состояний (конечное состояние)</a:t>
            </a:r>
          </a:p>
        </p:txBody>
      </p:sp>
      <p:sp>
        <p:nvSpPr>
          <p:cNvPr id="32772" name="Номер слайда 1">
            <a:extLst>
              <a:ext uri="{FF2B5EF4-FFF2-40B4-BE49-F238E27FC236}">
                <a16:creationId xmlns:a16="http://schemas.microsoft.com/office/drawing/2014/main" id="{430F4906-17A1-6063-8B78-987D5E9D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75CCD7-0EE6-094F-9769-3A9A2CF6B722}" type="slidenum">
              <a:rPr lang="ru-RU" altLang="ru-RU" sz="1200" smtClean="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A52733A-EDFC-A7EE-E246-DC3BBF47A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-531813"/>
            <a:ext cx="8229600" cy="16002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ru-RU" sz="2800" b="1">
                <a:effectLst/>
                <a:latin typeface="Arial" panose="020B0604020202020204" pitchFamily="34" charset="0"/>
              </a:rPr>
              <a:t>Процесс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00BED70-D9EE-96A1-077E-6F0F8FA0B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ru-RU" sz="2000" b="1">
                <a:solidFill>
                  <a:schemeClr val="tx1"/>
                </a:solidFill>
                <a:latin typeface="Arial" panose="020B0604020202020204" pitchFamily="34" charset="0"/>
              </a:rPr>
              <a:t>Пространство состояний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 - Определяется переменными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пространства состояний (Х). 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Один из основных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методов описания поведения динамической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системы. Движение системы в пространстве состояний отражает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изменение её </a:t>
            </a:r>
            <a:r>
              <a:rPr lang="ru-RU" altLang="ru-RU" sz="2000" i="1">
                <a:solidFill>
                  <a:schemeClr val="tx1"/>
                </a:solidFill>
                <a:latin typeface="Arial" panose="020B0604020202020204" pitchFamily="34" charset="0"/>
              </a:rPr>
              <a:t>состояний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 b="1">
                <a:solidFill>
                  <a:schemeClr val="tx1"/>
                </a:solidFill>
                <a:latin typeface="Arial" panose="020B0604020202020204" pitchFamily="34" charset="0"/>
              </a:rPr>
              <a:t>Функции действия (</a:t>
            </a:r>
            <a:r>
              <a:rPr lang="en-US" altLang="ru-RU" sz="2000" b="1">
                <a:solidFill>
                  <a:schemeClr val="tx1"/>
                </a:solidFill>
                <a:latin typeface="Arial" panose="020B0604020202020204" pitchFamily="34" charset="0"/>
              </a:rPr>
              <a:t>F</a:t>
            </a:r>
            <a:r>
              <a:rPr lang="ru-RU" altLang="ru-RU" sz="2000" b="1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– действия, изменяющие значение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переменных пространства состояния (Х).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Go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- начальные значения переменных пространства состояний (Х)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G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к  - конечные значения переменных пространства состояний(Х)</a:t>
            </a:r>
          </a:p>
          <a:p>
            <a:pPr>
              <a:buFont typeface="Arial" panose="020B0604020202020204" pitchFamily="34" charset="0"/>
              <a:buNone/>
            </a:pPr>
            <a:endParaRPr lang="ru-RU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Номер слайда 1">
            <a:extLst>
              <a:ext uri="{FF2B5EF4-FFF2-40B4-BE49-F238E27FC236}">
                <a16:creationId xmlns:a16="http://schemas.microsoft.com/office/drawing/2014/main" id="{34585CBC-248B-A1B7-952E-CEC1B8BB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25B0EB-9074-A847-92BE-E8192D21FD1B}" type="slidenum">
              <a:rPr lang="ru-RU" altLang="ru-RU" sz="1200" smtClean="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BB64705-F04E-7DA0-ADAC-4F4563FD3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7B467AA-E196-6346-57AD-252B8B51F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4817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000"/>
              <a:t>Рис</a:t>
            </a:r>
          </a:p>
        </p:txBody>
      </p:sp>
      <p:pic>
        <p:nvPicPr>
          <p:cNvPr id="34820" name="Рисунок 1">
            <a:extLst>
              <a:ext uri="{FF2B5EF4-FFF2-40B4-BE49-F238E27FC236}">
                <a16:creationId xmlns:a16="http://schemas.microsoft.com/office/drawing/2014/main" id="{75E3011B-A1EA-0588-73E1-999702D0B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765175"/>
            <a:ext cx="4987925" cy="59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48D54-DF09-6199-3D3C-2B463DE7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>
              <a:defRPr/>
            </a:pPr>
            <a:r>
              <a:rPr lang="en-US" altLang="ru-RU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Вычислительный процесс</a:t>
            </a:r>
            <a:endParaRPr lang="ru-RU" sz="2800" b="1" dirty="0"/>
          </a:p>
        </p:txBody>
      </p:sp>
      <p:sp>
        <p:nvSpPr>
          <p:cNvPr id="35843" name="Объект 2">
            <a:extLst>
              <a:ext uri="{FF2B5EF4-FFF2-40B4-BE49-F238E27FC236}">
                <a16:creationId xmlns:a16="http://schemas.microsoft.com/office/drawing/2014/main" id="{A72B257C-97FF-15FC-7ED1-315F32BE0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184775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ru-RU">
                <a:solidFill>
                  <a:srgbClr val="000000"/>
                </a:solidFill>
                <a:latin typeface="Arial" panose="020B0604020202020204" pitchFamily="34" charset="0"/>
              </a:rPr>
              <a:t>               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ru-RU">
                <a:solidFill>
                  <a:srgbClr val="000000"/>
                </a:solidFill>
                <a:latin typeface="Arial" panose="020B0604020202020204" pitchFamily="34" charset="0"/>
              </a:rPr>
              <a:t>                   </a:t>
            </a:r>
            <a:r>
              <a:rPr lang="ru-RU" altLang="ru-RU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ru-RU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ru-RU" altLang="ru-RU">
                <a:solidFill>
                  <a:srgbClr val="000000"/>
                </a:solidFill>
                <a:latin typeface="Arial" panose="020B0604020202020204" pitchFamily="34" charset="0"/>
              </a:rPr>
              <a:t>ВПРС=(</a:t>
            </a:r>
            <a:r>
              <a:rPr lang="en-US" altLang="ru-RU">
                <a:solidFill>
                  <a:srgbClr val="000000"/>
                </a:solidFill>
                <a:latin typeface="Arial" panose="020B0604020202020204" pitchFamily="34" charset="0"/>
              </a:rPr>
              <a:t>X,F,So,S</a:t>
            </a:r>
            <a:r>
              <a:rPr lang="ru-RU" altLang="ru-RU">
                <a:solidFill>
                  <a:srgbClr val="000000"/>
                </a:solidFill>
                <a:latin typeface="Arial" panose="020B0604020202020204" pitchFamily="34" charset="0"/>
              </a:rPr>
              <a:t>к)</a:t>
            </a:r>
            <a:endParaRPr lang="en-US" altLang="ru-RU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ru-RU">
                <a:latin typeface="Arial" panose="020B0604020202020204" pitchFamily="34" charset="0"/>
              </a:rPr>
              <a:t>    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ru-RU">
                <a:latin typeface="Arial" panose="020B0604020202020204" pitchFamily="34" charset="0"/>
              </a:rPr>
              <a:t>     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X   -  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множество переменных программы и ССП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 -  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множество операторов  -  ПРГ.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So -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множество начальных значений переменных  (начальное состояние)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к</a:t>
            </a:r>
            <a:r>
              <a:rPr lang="en-US" altLang="ru-RU" sz="2000">
                <a:solidFill>
                  <a:srgbClr val="000000"/>
                </a:solidFill>
                <a:latin typeface="Arial" panose="020B0604020202020204" pitchFamily="34" charset="0"/>
              </a:rPr>
              <a:t> -  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множество конечных значений переменных (конечное состояние)</a:t>
            </a:r>
          </a:p>
          <a:p>
            <a:endParaRPr lang="ru-RU" altLang="ru-RU"/>
          </a:p>
          <a:p>
            <a:endParaRPr lang="ru-RU" altLang="ru-RU"/>
          </a:p>
        </p:txBody>
      </p:sp>
      <p:sp>
        <p:nvSpPr>
          <p:cNvPr id="35844" name="Номер слайда 2">
            <a:extLst>
              <a:ext uri="{FF2B5EF4-FFF2-40B4-BE49-F238E27FC236}">
                <a16:creationId xmlns:a16="http://schemas.microsoft.com/office/drawing/2014/main" id="{5700C123-58E8-3FCE-9A5F-96F3B398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4EDE82-C9CB-7540-B2B8-AC6F189AC572}" type="slidenum">
              <a:rPr lang="ru-RU" altLang="ru-RU" sz="1200" smtClean="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E3473412-F5F5-EE1B-0DA4-0CB889214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0525"/>
            <a:ext cx="8686800" cy="416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ru-RU" altLang="en-US" sz="2000">
                <a:solidFill>
                  <a:srgbClr val="0033CC"/>
                </a:solidFill>
                <a:latin typeface="Palatino Linotype" panose="02040502050505030304" pitchFamily="18" charset="0"/>
              </a:rPr>
              <a:t>ФОРМАЛЬНЫЕ МОДЕЛИ ПРОГРАММ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ru-RU" altLang="en-US" sz="1800">
                <a:solidFill>
                  <a:srgbClr val="003399"/>
                </a:solidFill>
                <a:latin typeface="Palatino Linotype" panose="02040502050505030304" pitchFamily="18" charset="0"/>
              </a:rPr>
              <a:t>Схемы программ</a:t>
            </a:r>
            <a:r>
              <a:rPr lang="ru-RU" altLang="en-US" sz="1800">
                <a:solidFill>
                  <a:srgbClr val="000000"/>
                </a:solidFill>
                <a:latin typeface="Palatino Linotype" panose="02040502050505030304" pitchFamily="18" charset="0"/>
              </a:rPr>
              <a:t> – </a:t>
            </a:r>
            <a:r>
              <a:rPr lang="ru-RU" altLang="en-US" sz="1800" b="0">
                <a:solidFill>
                  <a:srgbClr val="000000"/>
                </a:solidFill>
                <a:latin typeface="Palatino Linotype" panose="02040502050505030304" pitchFamily="18" charset="0"/>
              </a:rPr>
              <a:t>упрощенное представление программы на некотором языке, в котором операции и функции заменены абстрактными символами: переменных-операций и переменных-предикатов. Если вместо такого символа подставить конкретную функцию или предикат, то схема превращается в ПРГ. Такая подстановка называется интерпретацией схемы.</a:t>
            </a:r>
            <a:br>
              <a:rPr lang="ru-RU" altLang="en-US" sz="1800" b="0">
                <a:solidFill>
                  <a:srgbClr val="000000"/>
                </a:solidFill>
                <a:latin typeface="Palatino Linotype" panose="02040502050505030304" pitchFamily="18" charset="0"/>
              </a:rPr>
            </a:br>
            <a:r>
              <a:rPr lang="ru-RU" altLang="en-US" sz="1800" b="0">
                <a:solidFill>
                  <a:srgbClr val="000000"/>
                </a:solidFill>
                <a:latin typeface="Palatino Linotype" panose="02040502050505030304" pitchFamily="18" charset="0"/>
              </a:rPr>
              <a:t>Схема не задает алгоритма (с ее помощью нельзя ничего вычислить), но она описывает структуру множества ПРГ, получаемых из схемы на заданном множестве интерпретаций.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ru-RU" altLang="en-US" sz="1800">
                <a:solidFill>
                  <a:srgbClr val="003399"/>
                </a:solidFill>
                <a:latin typeface="Palatino Linotype" panose="02040502050505030304" pitchFamily="18" charset="0"/>
              </a:rPr>
              <a:t>Эквивалентность схем программ</a:t>
            </a:r>
            <a:r>
              <a:rPr lang="ru-RU" altLang="en-US" sz="1800">
                <a:solidFill>
                  <a:srgbClr val="000000"/>
                </a:solidFill>
                <a:latin typeface="Palatino Linotype" panose="02040502050505030304" pitchFamily="18" charset="0"/>
              </a:rPr>
              <a:t> – </a:t>
            </a:r>
            <a:r>
              <a:rPr lang="ru-RU" altLang="en-US" sz="1800" b="0">
                <a:solidFill>
                  <a:srgbClr val="000000"/>
                </a:solidFill>
                <a:latin typeface="Palatino Linotype" panose="02040502050505030304" pitchFamily="18" charset="0"/>
              </a:rPr>
              <a:t>две схемы эквивалентны, если ПРГ, полученные из них на одинаковых интерпретациях, эквивалентны, т.е. задают одну и ту же функцию.</a:t>
            </a:r>
            <a:endParaRPr lang="en-US" altLang="en-US" sz="1800" b="0">
              <a:solidFill>
                <a:srgbClr val="000000"/>
              </a:solidFill>
              <a:latin typeface="Palatino Linotype" panose="02040502050505030304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  <a:latin typeface="Palatino Linotype" panose="02040502050505030304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ru-RU" altLang="en-US" sz="1800" b="0">
              <a:solidFill>
                <a:srgbClr val="0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67" name="Oval 4">
            <a:extLst>
              <a:ext uri="{FF2B5EF4-FFF2-40B4-BE49-F238E27FC236}">
                <a16:creationId xmlns:a16="http://schemas.microsoft.com/office/drawing/2014/main" id="{2E36FCA7-EC27-AE67-7D4F-FF371FA67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9436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200" b="0">
              <a:solidFill>
                <a:srgbClr val="0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6868" name="Номер слайда 1">
            <a:extLst>
              <a:ext uri="{FF2B5EF4-FFF2-40B4-BE49-F238E27FC236}">
                <a16:creationId xmlns:a16="http://schemas.microsoft.com/office/drawing/2014/main" id="{FD8A0565-0BC5-2171-E873-87FD4DC3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EAA6DC-3EA7-EA44-BEA5-B1C8A4DB1371}" type="slidenum">
              <a:rPr lang="ru-RU" altLang="ru-RU" sz="1200" smtClean="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9A2B4B4-8A38-C850-DE5D-176C48D53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08F9D5F-0A3C-DF76-8D0F-82BAF0BBF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000"/>
              <a:t>Рис</a:t>
            </a:r>
          </a:p>
        </p:txBody>
      </p:sp>
      <p:pic>
        <p:nvPicPr>
          <p:cNvPr id="37892" name="Рисунок 1">
            <a:extLst>
              <a:ext uri="{FF2B5EF4-FFF2-40B4-BE49-F238E27FC236}">
                <a16:creationId xmlns:a16="http://schemas.microsoft.com/office/drawing/2014/main" id="{E8EFF892-A900-7E17-2C6F-1FACCF8FB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333375"/>
            <a:ext cx="4987925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B8DCBA9-4849-4A1C-F9AC-F735E458D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-531813"/>
            <a:ext cx="8229600" cy="16002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ru-RU" sz="3200" b="1">
                <a:effectLst/>
                <a:latin typeface="Arial" panose="020B0604020202020204" pitchFamily="34" charset="0"/>
              </a:rPr>
              <a:t>Сети Петри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E926786-093F-AD92-32D1-95C11D3D9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628775"/>
            <a:ext cx="8229600" cy="489585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ru-RU" alt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 Питерсон Дж.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ru-RU" alt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     Теория сетей Петри и моделирование систем. М, Мир, 1984</a:t>
            </a:r>
            <a:endParaRPr lang="en-US" altLang="ru-RU" sz="2000" b="1" u="sng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ru-RU" altLang="ru-RU" sz="2000" u="sng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 u="sng">
                <a:solidFill>
                  <a:schemeClr val="tx1"/>
                </a:solidFill>
                <a:latin typeface="Arial" panose="020B0604020202020204" pitchFamily="34" charset="0"/>
              </a:rPr>
              <a:t>Определение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Сеть Петри С является четверкой, С =(P,T,I,O).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P = {p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} – конечное множество позиций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   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T = {t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} – конечное множество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переходов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           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Множество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позиций и множество переходов не пересекаются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I/In -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отображает переход ti в множество позиций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(ti)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--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I: T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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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- является входной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функцией – отображением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из переходов в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комплекты позиций.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O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/Out-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отображает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переход tj в множество позиций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O(tj)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--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O: T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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P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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- выходная функция – отображение из 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переходов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в комплект позиций.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14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151B30A2-9FFC-C7FC-1131-03125FCAA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30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400" i="1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8917" name="Picture 4" descr="http://itmu.vsuet.ru/Subjects/Matmodel-pk/Seti-Petri.files/image008.gif">
            <a:extLst>
              <a:ext uri="{FF2B5EF4-FFF2-40B4-BE49-F238E27FC236}">
                <a16:creationId xmlns:a16="http://schemas.microsoft.com/office/drawing/2014/main" id="{BF8FEF61-BCE0-C02D-647B-251801B09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1524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Rectangle 6">
            <a:extLst>
              <a:ext uri="{FF2B5EF4-FFF2-40B4-BE49-F238E27FC236}">
                <a16:creationId xmlns:a16="http://schemas.microsoft.com/office/drawing/2014/main" id="{F6992DAE-857B-03CC-4B69-88B234CE7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5300"/>
            <a:ext cx="2127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900" b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ru-RU" altLang="ru-RU" sz="18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919" name="Номер слайда 1">
            <a:extLst>
              <a:ext uri="{FF2B5EF4-FFF2-40B4-BE49-F238E27FC236}">
                <a16:creationId xmlns:a16="http://schemas.microsoft.com/office/drawing/2014/main" id="{EB984BFE-135F-6772-A985-FA0373DB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9676CF-5690-FA41-AA9F-7EACF24C6FB3}" type="slidenum">
              <a:rPr lang="ru-RU" altLang="ru-RU" sz="1200" smtClean="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00A0C-0FFE-A06C-D3B9-BD763BE2E5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8313" y="-603250"/>
            <a:ext cx="8229600" cy="16002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Сети Петри</a:t>
            </a:r>
          </a:p>
        </p:txBody>
      </p:sp>
      <p:sp>
        <p:nvSpPr>
          <p:cNvPr id="39939" name="Содержимое 2">
            <a:extLst>
              <a:ext uri="{FF2B5EF4-FFF2-40B4-BE49-F238E27FC236}">
                <a16:creationId xmlns:a16="http://schemas.microsoft.com/office/drawing/2014/main" id="{AC455641-287C-9C49-3E5F-6BC0589A4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 u="sng">
                <a:solidFill>
                  <a:schemeClr val="tx1"/>
                </a:solidFill>
                <a:latin typeface="Arial" panose="020B0604020202020204" pitchFamily="34" charset="0"/>
              </a:rPr>
              <a:t>Определение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Граф G сети Петри есть двудольный ориентированный мультиграф, G=(V, A), где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V ={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vi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} – множество вершин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A = {a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} – комплект направленных дуг, ai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,j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= (vj ,v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), где vj ,v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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V.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Множество V  разбито на два непересекающихся подмножества P и T, таких, что V = P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u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T, P T =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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 и для любой направленной дуги ai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,j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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A, если ai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,j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= (vj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v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), тогда либо vj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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P и v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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T, либо vj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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T P а v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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P.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 Дуга, направленная от позиции рi к переходу tj, определяет позицию, которая является входом перехода. Кратные входы в переход указываются кратными дугами из входных позиций в переход. Выходная позиция определяется дугой от перехода к позиции. Кратные выходы также представлены кратными дугами. При большом числе дуг – показывается одна дуга и указывается только их количество. </a:t>
            </a:r>
            <a:endParaRPr lang="en-US" altLang="ru-RU" sz="20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ru-RU" altLang="ru-RU"/>
          </a:p>
        </p:txBody>
      </p:sp>
      <p:sp>
        <p:nvSpPr>
          <p:cNvPr id="39940" name="Номер слайда 2">
            <a:extLst>
              <a:ext uri="{FF2B5EF4-FFF2-40B4-BE49-F238E27FC236}">
                <a16:creationId xmlns:a16="http://schemas.microsoft.com/office/drawing/2014/main" id="{B31D1840-970D-6085-A16B-0098F54B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08C379-1EC3-7F43-B922-540BA99E3FC5}" type="slidenum">
              <a:rPr lang="ru-RU" altLang="ru-RU" sz="1200" smtClean="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EA4E2D1-E8FE-59BE-EF93-ACC07EA94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endParaRPr lang="en-US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EB2092F-641D-BF58-DA92-672BC0A05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60350"/>
            <a:ext cx="8229600" cy="64817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000"/>
              <a:t>Рис</a:t>
            </a:r>
          </a:p>
        </p:txBody>
      </p:sp>
      <p:pic>
        <p:nvPicPr>
          <p:cNvPr id="40964" name="Рисунок 1">
            <a:extLst>
              <a:ext uri="{FF2B5EF4-FFF2-40B4-BE49-F238E27FC236}">
                <a16:creationId xmlns:a16="http://schemas.microsoft.com/office/drawing/2014/main" id="{4C705E51-1ECA-CF7D-8625-103E339BA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404813"/>
            <a:ext cx="498792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59352E5-D598-60C3-08A7-0D40E9A05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458788"/>
            <a:ext cx="8229600" cy="1600201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ru-RU" altLang="ru-RU" sz="2800" b="1"/>
              <a:t>Маркированная СП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DB25686-ECFB-34AA-0B9E-DAEEB3C3B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1413"/>
            <a:ext cx="8229600" cy="498475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u="sng"/>
              <a:t>Определение </a:t>
            </a:r>
            <a:r>
              <a:rPr lang="ru-RU" altLang="ru-RU" sz="2000"/>
              <a:t> Маркировка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 сети Петри С = (P,T,I,O) есть функция, отображающая  множество</a:t>
            </a:r>
            <a:r>
              <a:rPr lang="en-US" altLang="ru-RU" sz="2000"/>
              <a:t> </a:t>
            </a:r>
            <a:r>
              <a:rPr lang="ru-RU" altLang="ru-RU" sz="2000"/>
              <a:t> позиций P в множество неотрицательных целых чисел N:</a:t>
            </a:r>
            <a:r>
              <a:rPr lang="en-US" altLang="ru-RU" sz="2000"/>
              <a:t>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: P </a:t>
            </a:r>
            <a:r>
              <a:rPr lang="ru-RU" altLang="ru-RU" sz="2000">
                <a:sym typeface="Symbol" pitchFamily="2" charset="2"/>
              </a:rPr>
              <a:t></a:t>
            </a:r>
            <a:r>
              <a:rPr lang="ru-RU" altLang="ru-RU" sz="2000"/>
              <a:t>N.</a:t>
            </a:r>
          </a:p>
          <a:p>
            <a:pPr>
              <a:buFontTx/>
              <a:buNone/>
            </a:pPr>
            <a:r>
              <a:rPr lang="ru-RU" altLang="ru-RU" sz="2000"/>
              <a:t>Маркировка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 может быть также определена как  вектор </a:t>
            </a:r>
          </a:p>
          <a:p>
            <a:pPr>
              <a:buFontTx/>
              <a:buNone/>
            </a:pP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 = (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1,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2,… ,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n), где n = </a:t>
            </a:r>
            <a:r>
              <a:rPr lang="ru-RU" altLang="ru-RU" sz="2000">
                <a:sym typeface="Symbol" pitchFamily="2" charset="2"/>
              </a:rPr>
              <a:t></a:t>
            </a:r>
            <a:r>
              <a:rPr lang="ru-RU" altLang="ru-RU" sz="2000"/>
              <a:t>P</a:t>
            </a:r>
            <a:r>
              <a:rPr lang="ru-RU" altLang="ru-RU" sz="2000">
                <a:sym typeface="Symbol" pitchFamily="2" charset="2"/>
              </a:rPr>
              <a:t></a:t>
            </a:r>
            <a:r>
              <a:rPr lang="ru-RU" altLang="ru-RU" sz="2000"/>
              <a:t> и</a:t>
            </a:r>
            <a:r>
              <a:rPr lang="en-US" altLang="ru-RU" sz="2000"/>
              <a:t> </a:t>
            </a:r>
            <a:r>
              <a:rPr lang="ru-RU" altLang="ru-RU" sz="2000"/>
              <a:t> каждое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i </a:t>
            </a:r>
            <a:r>
              <a:rPr lang="ru-RU" altLang="ru-RU" sz="2000">
                <a:sym typeface="Symbol" pitchFamily="2" charset="2"/>
              </a:rPr>
              <a:t></a:t>
            </a:r>
            <a:r>
              <a:rPr lang="ru-RU" altLang="ru-RU" sz="2000"/>
              <a:t> N, i=1, … , n. </a:t>
            </a:r>
          </a:p>
          <a:p>
            <a:pPr>
              <a:buFontTx/>
              <a:buNone/>
            </a:pPr>
            <a:r>
              <a:rPr lang="ru-RU" altLang="ru-RU" sz="2000"/>
              <a:t>Вектор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 определяет для каждой позиции pi  СП  количество меток (фишек) в этой позиции. Состояние СП задается ее маркировкой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. </a:t>
            </a:r>
          </a:p>
          <a:p>
            <a:pPr>
              <a:buFontTx/>
              <a:buNone/>
            </a:pPr>
            <a:r>
              <a:rPr lang="ru-RU" altLang="ru-RU" sz="2000" b="1"/>
              <a:t>На графе сети Петри фишки изображаются маленькой точкой в кружке, который  представляет</a:t>
            </a:r>
            <a:r>
              <a:rPr lang="en-US" altLang="ru-RU" sz="2000" b="1"/>
              <a:t> </a:t>
            </a:r>
            <a:r>
              <a:rPr lang="ru-RU" altLang="ru-RU" sz="2000" b="1"/>
              <a:t> позицию сети Петри.</a:t>
            </a:r>
            <a:endParaRPr lang="en-US" altLang="ru-RU" sz="2000" b="1"/>
          </a:p>
          <a:p>
            <a:pPr>
              <a:buFontTx/>
              <a:buNone/>
            </a:pPr>
            <a:r>
              <a:rPr lang="ru-RU" altLang="ru-RU" sz="2000"/>
              <a:t> </a:t>
            </a:r>
            <a:r>
              <a:rPr lang="ru-RU" altLang="ru-RU" sz="2000" u="sng"/>
              <a:t>Определение </a:t>
            </a:r>
            <a:r>
              <a:rPr lang="ru-RU" altLang="ru-RU" sz="2000"/>
              <a:t> Маркированная сеть Петри M =(C,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) есть совокупность  сети Петри  C = (P, T, I, O) и маркировки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 и может быть записана в виде M = (P, T, I, O, </a:t>
            </a:r>
            <a:r>
              <a:rPr lang="ru-RU" altLang="ru-RU" sz="2000">
                <a:sym typeface="Symbol" pitchFamily="2" charset="2"/>
              </a:rPr>
              <a:t></a:t>
            </a:r>
            <a:r>
              <a:rPr lang="ru-RU" altLang="ru-RU" sz="2000"/>
              <a:t>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27CBADD-5EC0-4179-2136-9E5BC8C7A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6508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ru-RU" altLang="ru-RU" sz="2800" b="1"/>
              <a:t>Выполнение СП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7C293BC-7FEC-2F61-A7AD-4F0816145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268413"/>
            <a:ext cx="8229600" cy="5329237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/>
              <a:t>Сеть Петри выполняется посредством </a:t>
            </a:r>
            <a:r>
              <a:rPr lang="ru-RU" altLang="ru-RU" sz="2000" b="1" i="1"/>
              <a:t>запусков</a:t>
            </a:r>
            <a:r>
              <a:rPr lang="ru-RU" altLang="ru-RU" sz="2000"/>
              <a:t> переходов. Переход может запускаться только в том случае, когда он </a:t>
            </a:r>
            <a:r>
              <a:rPr lang="ru-RU" altLang="ru-RU" sz="2000" b="1" i="1"/>
              <a:t>разрешен.</a:t>
            </a:r>
          </a:p>
          <a:p>
            <a:pPr>
              <a:buFontTx/>
              <a:buNone/>
            </a:pPr>
            <a:r>
              <a:rPr lang="ru-RU" altLang="ru-RU" sz="2000" b="1" i="1"/>
              <a:t> </a:t>
            </a:r>
            <a:r>
              <a:rPr lang="ru-RU" altLang="ru-RU" sz="2000"/>
              <a:t>Переход  называется разрешенным, если </a:t>
            </a:r>
            <a:r>
              <a:rPr lang="ru-RU" altLang="ru-RU" sz="2000" b="1"/>
              <a:t>каждая из его входных позиций</a:t>
            </a:r>
            <a:r>
              <a:rPr lang="ru-RU" altLang="ru-RU" sz="2000"/>
              <a:t> имеет  число  фишек не менее числа дуг из позиции в переход. </a:t>
            </a:r>
            <a:endParaRPr lang="ru-RU" altLang="ru-RU" sz="2000" b="1" i="1" u="sng"/>
          </a:p>
          <a:p>
            <a:pPr>
              <a:buFontTx/>
              <a:buNone/>
            </a:pPr>
            <a:r>
              <a:rPr lang="ru-RU" altLang="ru-RU" sz="2000" b="1" i="1" u="sng"/>
              <a:t>Определение </a:t>
            </a:r>
            <a:r>
              <a:rPr lang="ru-RU" altLang="ru-RU" sz="2000"/>
              <a:t> Переход </a:t>
            </a:r>
            <a:r>
              <a:rPr lang="ru-RU" altLang="ru-RU" sz="2000" b="1" i="1"/>
              <a:t>tj </a:t>
            </a:r>
            <a:r>
              <a:rPr lang="ru-RU" altLang="ru-RU" sz="2000" b="1" i="1">
                <a:sym typeface="Symbol" pitchFamily="2" charset="2"/>
              </a:rPr>
              <a:t></a:t>
            </a:r>
            <a:r>
              <a:rPr lang="ru-RU" altLang="ru-RU" sz="2000" b="1" i="1"/>
              <a:t>T</a:t>
            </a:r>
            <a:r>
              <a:rPr lang="ru-RU" altLang="ru-RU" sz="2000"/>
              <a:t> в маркированной сети Петри </a:t>
            </a:r>
            <a:r>
              <a:rPr lang="ru-RU" altLang="ru-RU" sz="2000" b="1" i="1"/>
              <a:t>C = (P, T, I, O)</a:t>
            </a:r>
            <a:r>
              <a:rPr lang="ru-RU" altLang="ru-RU" sz="2000"/>
              <a:t> с  маркировкой </a:t>
            </a:r>
            <a:r>
              <a:rPr lang="ru-RU" altLang="ru-RU" sz="2000" b="1" i="1">
                <a:sym typeface="Symbol" pitchFamily="2" charset="2"/>
              </a:rPr>
              <a:t></a:t>
            </a:r>
            <a:r>
              <a:rPr lang="ru-RU" altLang="ru-RU" sz="2000"/>
              <a:t> разрешен, если для всех </a:t>
            </a:r>
            <a:r>
              <a:rPr lang="ru-RU" altLang="ru-RU" sz="2000" b="1" i="1"/>
              <a:t>pi </a:t>
            </a:r>
            <a:r>
              <a:rPr lang="ru-RU" altLang="ru-RU" sz="2000" b="1" i="1">
                <a:sym typeface="Symbol" pitchFamily="2" charset="2"/>
              </a:rPr>
              <a:t></a:t>
            </a:r>
            <a:r>
              <a:rPr lang="ru-RU" altLang="ru-RU" sz="2000" b="1" i="1"/>
              <a:t>P </a:t>
            </a:r>
            <a:r>
              <a:rPr lang="ru-RU" altLang="ru-RU" sz="2000" b="1" i="1">
                <a:sym typeface="Symbol" pitchFamily="2" charset="2"/>
              </a:rPr>
              <a:t></a:t>
            </a:r>
            <a:r>
              <a:rPr lang="ru-RU" altLang="ru-RU" sz="2000" b="1" i="1"/>
              <a:t>( pi) </a:t>
            </a:r>
            <a:r>
              <a:rPr lang="ru-RU" altLang="ru-RU" sz="2000" b="1" i="1">
                <a:sym typeface="Symbol" pitchFamily="2" charset="2"/>
              </a:rPr>
              <a:t></a:t>
            </a:r>
            <a:r>
              <a:rPr lang="ru-RU" altLang="ru-RU" sz="2000" b="1" i="1"/>
              <a:t> #( pi, I(tj))</a:t>
            </a:r>
            <a:r>
              <a:rPr lang="ru-RU" altLang="ru-RU" sz="2000"/>
              <a:t>.</a:t>
            </a:r>
          </a:p>
          <a:p>
            <a:pPr>
              <a:buFontTx/>
              <a:buNone/>
            </a:pPr>
            <a:endParaRPr lang="ru-RU" altLang="ru-RU" sz="2000"/>
          </a:p>
          <a:p>
            <a:pPr>
              <a:buFontTx/>
              <a:buNone/>
            </a:pPr>
            <a:r>
              <a:rPr lang="ru-RU" altLang="ru-RU" sz="2000"/>
              <a:t>На каждом</a:t>
            </a:r>
            <a:r>
              <a:rPr lang="ru-RU" altLang="ru-RU" sz="2000" b="1">
                <a:solidFill>
                  <a:srgbClr val="000000"/>
                </a:solidFill>
              </a:rPr>
              <a:t> шаге выполнения</a:t>
            </a:r>
            <a:r>
              <a:rPr lang="ru-RU" altLang="ru-RU" sz="2000"/>
              <a:t> СП запускается </a:t>
            </a:r>
            <a:r>
              <a:rPr lang="ru-RU" altLang="ru-RU" sz="2000" b="1"/>
              <a:t>только один </a:t>
            </a:r>
            <a:r>
              <a:rPr lang="ru-RU" altLang="ru-RU" sz="2000"/>
              <a:t>из разрешенных переходов.</a:t>
            </a:r>
            <a:endParaRPr lang="ru-RU" altLang="ru-RU" sz="20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0D92C53-7553-C98C-32A4-86A68CC40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E5DCFA3-D017-9433-48FB-3E27764CD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marL="0" indent="0">
              <a:buFontTx/>
              <a:buNone/>
            </a:pPr>
            <a:endParaRPr lang="ru-RU" altLang="ru-RU" sz="2000">
              <a:solidFill>
                <a:srgbClr val="000000"/>
              </a:solidFill>
            </a:endParaRPr>
          </a:p>
          <a:p>
            <a:pPr marL="0" indent="0">
              <a:buFontTx/>
              <a:buNone/>
            </a:pPr>
            <a:endParaRPr lang="ru-RU" altLang="ru-RU" sz="2000">
              <a:solidFill>
                <a:srgbClr val="000000"/>
              </a:solidFill>
            </a:endParaRPr>
          </a:p>
          <a:p>
            <a:pPr marL="0" indent="0">
              <a:buFontTx/>
              <a:buNone/>
            </a:pPr>
            <a:r>
              <a:rPr lang="en-US" altLang="ru-RU" sz="2000">
                <a:solidFill>
                  <a:srgbClr val="000000"/>
                </a:solidFill>
              </a:rPr>
              <a:t>	</a:t>
            </a:r>
            <a:endParaRPr lang="ru-RU" altLang="ru-RU" sz="2000">
              <a:solidFill>
                <a:srgbClr val="000000"/>
              </a:solidFill>
            </a:endParaRPr>
          </a:p>
        </p:txBody>
      </p:sp>
      <p:pic>
        <p:nvPicPr>
          <p:cNvPr id="44036" name="Рисунок 1">
            <a:extLst>
              <a:ext uri="{FF2B5EF4-FFF2-40B4-BE49-F238E27FC236}">
                <a16:creationId xmlns:a16="http://schemas.microsoft.com/office/drawing/2014/main" id="{148C9317-2472-3F56-FE1A-A94525932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0"/>
            <a:ext cx="4987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822A2B0-96E8-D2D7-FAD3-D98C45348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760F721-3E2C-9186-2968-BE45DB517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ru-RU" altLang="ru-RU" sz="2000" dirty="0">
                <a:solidFill>
                  <a:srgbClr val="000000"/>
                </a:solidFill>
              </a:rPr>
              <a:t>Запуск перехода заменяет маркировку </a:t>
            </a:r>
            <a:r>
              <a:rPr lang="ru-RU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</a:t>
            </a:r>
            <a:r>
              <a:rPr lang="ru-RU" altLang="ru-RU" sz="2000" dirty="0">
                <a:solidFill>
                  <a:srgbClr val="000000"/>
                </a:solidFill>
              </a:rPr>
              <a:t> СП на новую маркировку </a:t>
            </a:r>
            <a:r>
              <a:rPr lang="ru-RU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</a:t>
            </a:r>
            <a:r>
              <a:rPr lang="en-US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’</a:t>
            </a:r>
            <a:r>
              <a:rPr lang="ru-RU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:</a:t>
            </a:r>
          </a:p>
          <a:p>
            <a:pPr>
              <a:buFontTx/>
              <a:buNone/>
              <a:defRPr/>
            </a:pPr>
            <a:r>
              <a:rPr lang="ru-RU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</a:t>
            </a:r>
            <a:r>
              <a:rPr lang="en-US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’</a:t>
            </a:r>
            <a:r>
              <a:rPr lang="en-US" altLang="ru-RU" sz="2000" dirty="0">
                <a:solidFill>
                  <a:srgbClr val="000000"/>
                </a:solidFill>
              </a:rPr>
              <a:t>( pi) = </a:t>
            </a:r>
            <a:r>
              <a:rPr lang="ru-RU" altLang="ru-RU" sz="2000" dirty="0">
                <a:solidFill>
                  <a:srgbClr val="000000"/>
                </a:solidFill>
                <a:sym typeface="Symbol" panose="05050102010706020507" pitchFamily="18" charset="2"/>
              </a:rPr>
              <a:t></a:t>
            </a:r>
            <a:r>
              <a:rPr lang="en-US" altLang="ru-RU" sz="2000" dirty="0">
                <a:solidFill>
                  <a:srgbClr val="000000"/>
                </a:solidFill>
              </a:rPr>
              <a:t>( pi) - #(</a:t>
            </a:r>
            <a:r>
              <a:rPr lang="en-US" altLang="ru-RU" sz="2000" dirty="0" err="1">
                <a:solidFill>
                  <a:srgbClr val="000000"/>
                </a:solidFill>
              </a:rPr>
              <a:t>pi,I</a:t>
            </a:r>
            <a:r>
              <a:rPr lang="en-US" altLang="ru-RU" sz="2000" dirty="0">
                <a:solidFill>
                  <a:srgbClr val="000000"/>
                </a:solidFill>
              </a:rPr>
              <a:t>(</a:t>
            </a:r>
            <a:r>
              <a:rPr lang="en-US" altLang="ru-RU" sz="2000" dirty="0" err="1">
                <a:solidFill>
                  <a:srgbClr val="000000"/>
                </a:solidFill>
              </a:rPr>
              <a:t>tj</a:t>
            </a:r>
            <a:r>
              <a:rPr lang="en-US" altLang="ru-RU" sz="2000" dirty="0">
                <a:solidFill>
                  <a:srgbClr val="000000"/>
                </a:solidFill>
              </a:rPr>
              <a:t>)) + #(</a:t>
            </a:r>
            <a:r>
              <a:rPr lang="en-US" altLang="ru-RU" sz="2000" dirty="0" err="1">
                <a:solidFill>
                  <a:srgbClr val="000000"/>
                </a:solidFill>
              </a:rPr>
              <a:t>pi,O</a:t>
            </a:r>
            <a:r>
              <a:rPr lang="en-US" altLang="ru-RU" sz="2000" dirty="0">
                <a:solidFill>
                  <a:srgbClr val="000000"/>
                </a:solidFill>
              </a:rPr>
              <a:t>(</a:t>
            </a:r>
            <a:r>
              <a:rPr lang="en-US" altLang="ru-RU" sz="2000" dirty="0" err="1">
                <a:solidFill>
                  <a:srgbClr val="000000"/>
                </a:solidFill>
              </a:rPr>
              <a:t>tj</a:t>
            </a:r>
            <a:r>
              <a:rPr lang="en-US" altLang="ru-RU" sz="2000" dirty="0">
                <a:solidFill>
                  <a:srgbClr val="000000"/>
                </a:solidFill>
              </a:rPr>
              <a:t>)).</a:t>
            </a:r>
            <a:endParaRPr lang="ru-RU" altLang="ru-RU" sz="2000" dirty="0">
              <a:solidFill>
                <a:srgbClr val="000000"/>
              </a:solidFill>
            </a:endParaRPr>
          </a:p>
          <a:p>
            <a:pPr>
              <a:buFontTx/>
              <a:buNone/>
              <a:defRPr/>
            </a:pPr>
            <a:endParaRPr lang="ru-RU" altLang="ru-RU" sz="2000" dirty="0">
              <a:solidFill>
                <a:srgbClr val="000000"/>
              </a:solidFill>
            </a:endParaRPr>
          </a:p>
          <a:p>
            <a:pPr>
              <a:buFontTx/>
              <a:buNone/>
              <a:defRPr/>
            </a:pPr>
            <a:r>
              <a:rPr lang="ru-RU" altLang="ru-RU" sz="2000" dirty="0">
                <a:solidFill>
                  <a:srgbClr val="000000"/>
                </a:solidFill>
              </a:rPr>
              <a:t>Алгоритм формирования новой маркировки.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altLang="ru-RU" sz="2000" dirty="0">
                <a:solidFill>
                  <a:srgbClr val="000000"/>
                </a:solidFill>
              </a:rPr>
              <a:t>Из </a:t>
            </a:r>
            <a:r>
              <a:rPr lang="ru-RU" altLang="ru-RU" sz="2000" b="1" dirty="0">
                <a:solidFill>
                  <a:srgbClr val="000000"/>
                </a:solidFill>
              </a:rPr>
              <a:t>каждой входной позиции </a:t>
            </a:r>
            <a:r>
              <a:rPr lang="ru-RU" altLang="ru-RU" sz="2000" dirty="0">
                <a:solidFill>
                  <a:srgbClr val="000000"/>
                </a:solidFill>
              </a:rPr>
              <a:t>запускаемого перехода </a:t>
            </a:r>
            <a:r>
              <a:rPr lang="ru-RU" altLang="ru-RU" sz="2000" b="1" dirty="0">
                <a:solidFill>
                  <a:srgbClr val="000000"/>
                </a:solidFill>
              </a:rPr>
              <a:t>удаляется </a:t>
            </a:r>
            <a:r>
              <a:rPr lang="ru-RU" altLang="ru-RU" sz="2000" dirty="0">
                <a:solidFill>
                  <a:srgbClr val="000000"/>
                </a:solidFill>
              </a:rPr>
              <a:t>количество фишек равное количеству дуг, соединяющих эту позицию и переход</a:t>
            </a:r>
            <a:r>
              <a:rPr lang="en-US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ru-RU" altLang="ru-RU" sz="2000" dirty="0">
                <a:solidFill>
                  <a:srgbClr val="000000"/>
                </a:solidFill>
              </a:rPr>
              <a:t>В </a:t>
            </a:r>
            <a:r>
              <a:rPr lang="ru-RU" altLang="ru-RU" sz="2000" b="1" dirty="0">
                <a:solidFill>
                  <a:srgbClr val="000000"/>
                </a:solidFill>
              </a:rPr>
              <a:t>каждую выходную позицию </a:t>
            </a:r>
            <a:r>
              <a:rPr lang="ru-RU" altLang="ru-RU" sz="2000" dirty="0">
                <a:solidFill>
                  <a:srgbClr val="000000"/>
                </a:solidFill>
              </a:rPr>
              <a:t>запускаемого перехода </a:t>
            </a:r>
            <a:r>
              <a:rPr lang="ru-RU" altLang="ru-RU" sz="2000" b="1" dirty="0">
                <a:solidFill>
                  <a:srgbClr val="000000"/>
                </a:solidFill>
              </a:rPr>
              <a:t>добавляется </a:t>
            </a:r>
            <a:r>
              <a:rPr lang="ru-RU" altLang="ru-RU" sz="2000" dirty="0">
                <a:solidFill>
                  <a:srgbClr val="000000"/>
                </a:solidFill>
              </a:rPr>
              <a:t>количество фишек равное количеству дуг, соединяющих эту позицию и переход</a:t>
            </a:r>
            <a:r>
              <a:rPr lang="en-US" altLang="ru-RU" sz="2000" dirty="0">
                <a:solidFill>
                  <a:srgbClr val="000000"/>
                </a:solidFill>
              </a:rPr>
              <a:t> </a:t>
            </a:r>
            <a:r>
              <a:rPr lang="ru-RU" altLang="ru-RU" sz="20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FontTx/>
              <a:buNone/>
              <a:defRPr/>
            </a:pPr>
            <a:endParaRPr lang="ru-RU" altLang="ru-RU" sz="2000" dirty="0">
              <a:solidFill>
                <a:srgbClr val="000000"/>
              </a:solidFill>
            </a:endParaRPr>
          </a:p>
          <a:p>
            <a:pPr marL="0" indent="0">
              <a:buFontTx/>
              <a:buNone/>
              <a:defRPr/>
            </a:pPr>
            <a:endParaRPr lang="ru-RU" altLang="ru-RU" sz="2000" dirty="0">
              <a:solidFill>
                <a:srgbClr val="000000"/>
              </a:solidFill>
            </a:endParaRPr>
          </a:p>
          <a:p>
            <a:pPr marL="0" indent="0">
              <a:buFontTx/>
              <a:buNone/>
              <a:defRPr/>
            </a:pPr>
            <a:r>
              <a:rPr lang="en-US" altLang="ru-RU" sz="2000" dirty="0">
                <a:solidFill>
                  <a:srgbClr val="000000"/>
                </a:solidFill>
              </a:rPr>
              <a:t>	</a:t>
            </a:r>
            <a:endParaRPr lang="ru-RU" altLang="ru-RU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BD125E3-BBE6-30F2-587C-866910F20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-603250"/>
            <a:ext cx="82296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ru-RU" sz="2800">
                <a:effectLst/>
                <a:latin typeface="Arial" panose="020B0604020202020204" pitchFamily="34" charset="0"/>
              </a:rPr>
              <a:t>Пространство состояний СП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707B53E-E8F5-5A54-7819-A6DF7F54C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53276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Состояние сети Петри определяется ее маркировкой. Запуск перехода изменяет состояние СП посредством изменения маркировки сети. Изменение в состоянии, вызванное запуском перехода, определяется функцией изменения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.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Когда эта функция применяется к маркировке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(состоянию) и переходу tj, она образует новую маркировку (состояние), которая получается при запуске перехода tj в маркировке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 Так как tj может быть запущен только в том случае, когда он разрешен, то функция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 tj) не определена, если tj не разрешен в маркировке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 Если же tj разрешен, то 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</a:rPr>
              <a:t>/ =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 tj), где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/ есть маркировка, полученная в результате удаления фишек из входов tj и добавления фишек в выходы tj.</a:t>
            </a:r>
            <a:endParaRPr lang="ru-RU" altLang="ru-RU" sz="2000" u="sng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ru-RU" sz="2000" u="sng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</a:pPr>
            <a:endParaRPr lang="ru-RU" altLang="ru-RU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9EA4D54-BDEB-8B8A-149E-2D7ABD2EB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-603250"/>
            <a:ext cx="82296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ru-RU" sz="2800" b="1">
                <a:effectLst/>
                <a:latin typeface="Arial" panose="020B0604020202020204" pitchFamily="34" charset="0"/>
              </a:rPr>
              <a:t>Выполнение СП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107E67-832B-4554-A7BA-18C884E6D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08050"/>
            <a:ext cx="8229600" cy="51022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Пусть дана сеть Петри C = (P, T, I, O) с начальной маркировкой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0. Эта сеть может быть выполнена последовательными запусками переходов. Запуск разрешенного перехода tj в начальной маркировке образует новую маркировку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1 =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0, tj). В этой новой маркировке можно запустить любой другой разрешенный переход, например tk, образующий новую маркировку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2 =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1, tk). Этот процесс будет продолжаться до тех пор, пока в маркировке будет существовать хотя бы один разрешенный переход. Если же получена маркировка, в которой ни один переход не разрешен, то никакой переход не может быть запущен, функция следующего состояния не определена для всех переходов, и выполнение сети должно быть закончено.</a:t>
            </a:r>
          </a:p>
          <a:p>
            <a:pPr>
              <a:lnSpc>
                <a:spcPct val="90000"/>
              </a:lnSpc>
            </a:pP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При выполнении СП получаются две последовательности: последовательность маркировок (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0,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1,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2, … ) и последовательность переходов, которые были запущены (tj0, t j1, t j2, … ). Эти две последовательности связаны следующим соотношением:</a:t>
            </a:r>
            <a:r>
              <a:rPr lang="ru-RU" altLang="ru-RU" sz="1800">
                <a:solidFill>
                  <a:srgbClr val="000000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rgbClr val="000000"/>
                </a:solidFill>
                <a:latin typeface="Arial" panose="020B0604020202020204" pitchFamily="34" charset="0"/>
              </a:rPr>
              <a:t>k+1=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k,tjk)  для k=0, 1, 2, … . Имея последовательность переходов и 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1800">
                <a:solidFill>
                  <a:schemeClr val="tx1"/>
                </a:solidFill>
                <a:latin typeface="Arial" panose="020B0604020202020204" pitchFamily="34" charset="0"/>
              </a:rPr>
              <a:t>0, легко получить последовательность маркировок сети Петри, а имея последовательность маркировок, легко получить последовательность переходов. Таким образом обе эти последовательности представляют описание выполнения СП.</a:t>
            </a:r>
          </a:p>
          <a:p>
            <a:pPr>
              <a:lnSpc>
                <a:spcPct val="90000"/>
              </a:lnSpc>
            </a:pPr>
            <a:endParaRPr lang="ru-RU" altLang="ru-RU" sz="16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3AE6C0B-3407-2EF8-9642-59A3A7429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-603250"/>
            <a:ext cx="82296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ru-RU" sz="2800" b="1">
                <a:effectLst/>
                <a:latin typeface="Arial" panose="020B0604020202020204" pitchFamily="34" charset="0"/>
              </a:rPr>
              <a:t>Множество достижимости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B415AD1-A6C9-5E4A-6276-A13EE13B9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996950"/>
            <a:ext cx="8229600" cy="5157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sz="2000" u="sng">
                <a:solidFill>
                  <a:schemeClr val="tx1"/>
                </a:solidFill>
                <a:latin typeface="Arial" panose="020B0604020202020204" pitchFamily="34" charset="0"/>
              </a:rPr>
              <a:t>Определение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Для сети Петри C = (P, T, I, O) с маркировкой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0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маркировка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1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называется непосредственно достижимой из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0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 если существует переход tj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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T, такой что</a:t>
            </a:r>
            <a:r>
              <a:rPr lang="ru-RU" altLang="ru-RU" sz="2000">
                <a:solidFill>
                  <a:srgbClr val="000000"/>
                </a:solidFill>
                <a:latin typeface="Arial" panose="020B0604020202020204" pitchFamily="34" charset="0"/>
                <a:sym typeface="Symbol" pitchFamily="2" charset="2"/>
              </a:rPr>
              <a:t> 1=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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0, tj).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Можно распространить это понятие на определение множества достижимых маркировок данной маркированной СП. Если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1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непосредственно достижима из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0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 а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2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- из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1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, то говорят, что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2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достижима из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0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ru-RU" altLang="ru-RU" sz="2000" u="sng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ru-RU" sz="2000" u="sng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ru-RU" altLang="ru-RU" sz="2000" u="sng">
                <a:solidFill>
                  <a:schemeClr val="tx1"/>
                </a:solidFill>
                <a:latin typeface="Arial" panose="020B0604020202020204" pitchFamily="34" charset="0"/>
              </a:rPr>
              <a:t>Определение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Множество достижимости R(C,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) СП C = (P, T, I, O) с маркировкой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есть множество всех маркировок, достижимых из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Маркировка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</a:rPr>
              <a:t>’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принадлежит R(C,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), если существует какая-либо последовательность запусков переходов, изменяющих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 на 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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9E9B044-5C55-8D03-78EE-2FA0952F8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02F578B-78B9-4203-79EC-E04C047BA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3373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000"/>
              <a:t>Рис</a:t>
            </a:r>
          </a:p>
        </p:txBody>
      </p:sp>
      <p:pic>
        <p:nvPicPr>
          <p:cNvPr id="50180" name="Рисунок 1">
            <a:extLst>
              <a:ext uri="{FF2B5EF4-FFF2-40B4-BE49-F238E27FC236}">
                <a16:creationId xmlns:a16="http://schemas.microsoft.com/office/drawing/2014/main" id="{67D49C8D-25FD-33DC-D914-DB80A5C48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333375"/>
            <a:ext cx="4987925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B268513-0F75-7225-2DB3-D5094D48C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-458788"/>
            <a:ext cx="8229600" cy="16002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ru-RU" altLang="en-US" sz="3200">
                <a:effectLst/>
                <a:latin typeface="Arial" panose="020B0604020202020204" pitchFamily="34" charset="0"/>
              </a:rPr>
              <a:t>Описание бизнес - процесса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0534ED9-7AD0-EEBD-8BFF-005EFFC2B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141413"/>
            <a:ext cx="8229600" cy="5456237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en-US">
                <a:latin typeface="Arial" panose="020B0604020202020204" pitchFamily="34" charset="0"/>
              </a:rPr>
              <a:t>      </a:t>
            </a:r>
            <a:r>
              <a:rPr lang="ru-RU" altLang="en-US" b="1">
                <a:solidFill>
                  <a:schemeClr val="tx1"/>
                </a:solidFill>
                <a:latin typeface="Arial" panose="020B0604020202020204" pitchFamily="34" charset="0"/>
              </a:rPr>
              <a:t>Клиент звонит диспетчеру. Если диспетчер свободен,  он принимает звонок, формирует запрос  и, если врач свободен, передает ему.  Врач, после принятия запроса движется к клиенту. После прихода врача, если клиент его ожидает, проводится лечение. </a:t>
            </a:r>
            <a:endParaRPr lang="ru-RU" alt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5FE8B-2C0F-0F5A-20DB-0175CC65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531813"/>
            <a:ext cx="8229600" cy="129698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Сети Петри</a:t>
            </a:r>
            <a:endParaRPr lang="ru-RU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227" name="Содержимое 2">
            <a:extLst>
              <a:ext uri="{FF2B5EF4-FFF2-40B4-BE49-F238E27FC236}">
                <a16:creationId xmlns:a16="http://schemas.microsoft.com/office/drawing/2014/main" id="{2D0A50BF-CEA0-B7E3-CD25-7814230A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145088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Рис</a:t>
            </a:r>
          </a:p>
        </p:txBody>
      </p:sp>
      <p:pic>
        <p:nvPicPr>
          <p:cNvPr id="52228" name="Рисунок 2">
            <a:extLst>
              <a:ext uri="{FF2B5EF4-FFF2-40B4-BE49-F238E27FC236}">
                <a16:creationId xmlns:a16="http://schemas.microsoft.com/office/drawing/2014/main" id="{74CCF559-278C-29F1-F253-ABAF0F1FD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1196975"/>
            <a:ext cx="4987925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3D2AB-8833-CBD9-E1A6-7017A1F0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458788"/>
            <a:ext cx="8229600" cy="1223963"/>
          </a:xfrm>
        </p:spPr>
        <p:txBody>
          <a:bodyPr/>
          <a:lstStyle/>
          <a:p>
            <a:pPr>
              <a:defRPr/>
            </a:pPr>
            <a:r>
              <a:rPr lang="ru-RU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СЕТИ ПЕТРИ</a:t>
            </a:r>
          </a:p>
        </p:txBody>
      </p:sp>
      <p:sp>
        <p:nvSpPr>
          <p:cNvPr id="53251" name="Содержимое 2">
            <a:extLst>
              <a:ext uri="{FF2B5EF4-FFF2-40B4-BE49-F238E27FC236}">
                <a16:creationId xmlns:a16="http://schemas.microsoft.com/office/drawing/2014/main" id="{56CD2991-9260-B285-4585-48836E3B9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4929188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Рис</a:t>
            </a:r>
          </a:p>
        </p:txBody>
      </p:sp>
      <p:pic>
        <p:nvPicPr>
          <p:cNvPr id="53252" name="Рисунок 2">
            <a:extLst>
              <a:ext uri="{FF2B5EF4-FFF2-40B4-BE49-F238E27FC236}">
                <a16:creationId xmlns:a16="http://schemas.microsoft.com/office/drawing/2014/main" id="{0D68F2BF-E306-616F-2B2E-5C36F3189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908050"/>
            <a:ext cx="4986338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E4126F2-65CB-07D7-3357-309DFA27B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-1179513"/>
            <a:ext cx="8229600" cy="71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ru-RU" altLang="ru-RU" sz="2800" b="1">
              <a:effectLst/>
              <a:latin typeface="Arial" panose="020B0604020202020204" pitchFamily="34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96879AC-8090-2620-2FF4-187C11916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476250"/>
            <a:ext cx="8229600" cy="5678488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ru-RU" alt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Обедающие философы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круглым столом сидят философы (для определённости их пять), пронумерованные против часовой стрелки. На столе лежат 5 вилок. Каждый философ должен взять две вилки (левую от себя и правую от себя), пообедать и положить их обратно. 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ru-RU" alt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 «ФИЛОСОФ»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AutoNum type="arabicPeriod"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Состояния: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Думает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Обедает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AutoNum type="arabicPeriod" startAt="2"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Действия: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Начинает обед</a:t>
            </a:r>
            <a:r>
              <a:rPr lang="en-US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берет вилки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Завершает обед</a:t>
            </a:r>
            <a:r>
              <a:rPr lang="en-US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возвращает вилки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A85166B-3AF9-598F-0D60-B0126CF42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114300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en-US"/>
              <a:t> </a:t>
            </a:r>
            <a:endParaRPr lang="en-US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7A0915C-BC8E-8E2A-728E-E3B7AA101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2642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000" dirty="0"/>
              <a:t>     </a:t>
            </a:r>
          </a:p>
          <a:p>
            <a:pPr eaLnBrk="1" hangingPunct="1">
              <a:buFontTx/>
              <a:buNone/>
            </a:pPr>
            <a:r>
              <a:rPr lang="ru-RU" altLang="en-US" sz="2000" b="1"/>
              <a:t>Задача про </a:t>
            </a:r>
            <a:r>
              <a:rPr lang="ru-RU" altLang="en-US" sz="2000" b="1" dirty="0"/>
              <a:t>изделия</a:t>
            </a:r>
          </a:p>
          <a:p>
            <a:pPr algn="just" eaLnBrk="1" hangingPunct="1">
              <a:buFontTx/>
              <a:buNone/>
            </a:pPr>
            <a:r>
              <a:rPr lang="ru-RU" altLang="en-US" sz="2000" dirty="0"/>
              <a:t>     Изделие состоит из 3-х блоков, для изготовления которых используются 4-ре материала. Процесс изготовления начинается с заказа материалов, после получения которых начинается изготовление блоков. По мере готовности любых 2-х блоков начинается сборка изделия, которая завершается подключением  по готовности третьего блока. Так же по готовности третьего блока формируется заявка в отдел доставки, где изготавливается упаковка, комплект документов и по готовности изделия осуществляется доставка заказчику и завершается весь процесс.</a:t>
            </a:r>
          </a:p>
          <a:p>
            <a:pPr algn="just" eaLnBrk="1" hangingPunct="1">
              <a:buFontTx/>
              <a:buNone/>
            </a:pPr>
            <a:endParaRPr lang="ru-RU" altLang="en-US" sz="2000" dirty="0"/>
          </a:p>
          <a:p>
            <a:pPr algn="just" eaLnBrk="1" hangingPunct="1">
              <a:buFontTx/>
              <a:buNone/>
            </a:pPr>
            <a:r>
              <a:rPr lang="ru-RU" altLang="en-US" sz="2000" dirty="0"/>
              <a:t>     Разработать граф Сети Петри описания процесса изготовления, определить начальную маркировку и построить граф исполнения  СП.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32919-2DED-9182-94E3-E38CA04F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531813"/>
            <a:ext cx="8229600" cy="1439863"/>
          </a:xfrm>
        </p:spPr>
        <p:txBody>
          <a:bodyPr/>
          <a:lstStyle/>
          <a:p>
            <a:pPr>
              <a:defRPr/>
            </a:pPr>
            <a:r>
              <a:rPr lang="ru-RU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Управление ресурсами</a:t>
            </a:r>
          </a:p>
        </p:txBody>
      </p:sp>
      <p:sp>
        <p:nvSpPr>
          <p:cNvPr id="56323" name="Содержимое 2">
            <a:extLst>
              <a:ext uri="{FF2B5EF4-FFF2-40B4-BE49-F238E27FC236}">
                <a16:creationId xmlns:a16="http://schemas.microsoft.com/office/drawing/2014/main" id="{26343438-3701-21D3-70EB-2D810023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47211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Ресурсы (управление использованием):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Индивидуальные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Общие: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Разделяемые во времени – ОРРВ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Разделяемые в пространстве – ОРРП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Индивидуальные-выделяются и используются только одним ВПРС.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ОРРВ  -  Используются разными ВПРС, но только так, чтобы в каждый момент времени РЕСУРС обслуживал только один ВПРС.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ОРРП  -  В каждый момент времени обслуживает несколько ВПРС, но только так, чтобы общий объем выданного РЕСУРСА не превышал его физический объем  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Использование РЕС:     ЗАХВАТ (РЕС)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Выполнение действий</a:t>
            </a:r>
          </a:p>
          <a:p>
            <a:pPr>
              <a:buFont typeface="Arial" panose="020B0604020202020204" pitchFamily="34" charset="0"/>
              <a:buNone/>
            </a:pPr>
            <a:r>
              <a:rPr lang="ru-RU" altLang="ru-RU"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ОСВОБОЖДЕНИЕ (РЕС)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B6C82A51-C7FE-426B-8008-E944F772D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4582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ru-RU" altLang="ru-RU" sz="1800">
                <a:solidFill>
                  <a:srgbClr val="9C5252"/>
                </a:solidFill>
                <a:latin typeface="Palatino Linotype" panose="02040502050505030304" pitchFamily="18" charset="0"/>
              </a:rPr>
              <a:t>ОСНОВНЫЕ ПОНЯТИЯ</a:t>
            </a:r>
            <a:r>
              <a:rPr lang="ru-RU" altLang="ru-RU" sz="1800">
                <a:solidFill>
                  <a:srgbClr val="000000"/>
                </a:solidFill>
                <a:latin typeface="Palatino Linotype" panose="02040502050505030304" pitchFamily="18" charset="0"/>
              </a:rPr>
              <a:t> </a:t>
            </a:r>
            <a:br>
              <a:rPr lang="ru-RU" altLang="ru-RU" sz="1800">
                <a:solidFill>
                  <a:srgbClr val="000000"/>
                </a:solidFill>
                <a:latin typeface="Palatino Linotype" panose="02040502050505030304" pitchFamily="18" charset="0"/>
              </a:rPr>
            </a:br>
            <a:r>
              <a:rPr lang="ru-RU" altLang="ru-RU" sz="1800">
                <a:solidFill>
                  <a:srgbClr val="9C5252"/>
                </a:solidFill>
                <a:latin typeface="Times New Roman Cyr" pitchFamily="18" charset="0"/>
              </a:rPr>
              <a:t>Неделимая операция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 - 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операция, которую в любой момент времени может выполнять только один процесс. Свойство неделимости поддерживается аппаратно,</a:t>
            </a:r>
            <a:b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в операционной системе или в непрерываемом (относительно данного) процессе 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ru-RU" altLang="ru-RU" sz="1800">
                <a:solidFill>
                  <a:srgbClr val="9C5252"/>
                </a:solidFill>
                <a:latin typeface="Times New Roman Cyr" pitchFamily="18" charset="0"/>
              </a:rPr>
              <a:t>Семафорный механизм синхронизации</a:t>
            </a:r>
            <a:r>
              <a:rPr lang="ru-RU" altLang="ru-RU" sz="1800" b="0">
                <a:solidFill>
                  <a:srgbClr val="9C5252"/>
                </a:solidFill>
                <a:latin typeface="Times New Roman Cyr" pitchFamily="18" charset="0"/>
              </a:rPr>
              <a:t> [Dijkstra 1968]</a:t>
            </a:r>
            <a:br>
              <a:rPr lang="ru-RU" altLang="ru-RU" sz="1800" b="0">
                <a:solidFill>
                  <a:srgbClr val="9C5252"/>
                </a:solidFill>
                <a:latin typeface="Times New Roman Cyr" pitchFamily="18" charset="0"/>
              </a:rPr>
            </a:br>
            <a:r>
              <a:rPr lang="ru-RU" altLang="ru-RU" sz="1800">
                <a:solidFill>
                  <a:srgbClr val="9C5252"/>
                </a:solidFill>
                <a:latin typeface="Times New Roman Cyr" pitchFamily="18" charset="0"/>
              </a:rPr>
              <a:t>Семафор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 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- защищенная переменная, значение которой можно опрашивать или менять только с помощью специальных операций: 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P, V, Init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 - инициализации.</a:t>
            </a:r>
            <a:b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Двоичный семафор принимает значения 0,1</a:t>
            </a:r>
            <a:b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Операции над семафорами:</a:t>
            </a:r>
            <a:b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P(s): if s&gt;0 then s:=s-1</a:t>
            </a:r>
            <a:b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	   else &lt;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ожидать или приостановить выполнение процесса на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 s 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или на 			входе оператора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 P(s) 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до момента, когда выполнится 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 s&gt;0</a:t>
            </a:r>
            <a:r>
              <a:rPr lang="en-US" altLang="ru-RU" sz="1800">
                <a:solidFill>
                  <a:srgbClr val="000000"/>
                </a:solidFill>
                <a:latin typeface="Times New Roman Cyr" pitchFamily="18" charset="0"/>
              </a:rPr>
              <a:t>  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 &gt;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V(s): s:=s+1</a:t>
            </a:r>
            <a:b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Init (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имя_семафора, значение_семафора</a:t>
            </a:r>
            <a:r>
              <a:rPr lang="ru-RU" altLang="ru-RU" sz="1800">
                <a:solidFill>
                  <a:srgbClr val="000000"/>
                </a:solidFill>
                <a:latin typeface="Times New Roman Cyr" pitchFamily="18" charset="0"/>
              </a:rPr>
              <a:t>) --| </a:t>
            </a: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присвоение значения семафору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Семафор реализуется программно или аппаратно, микропрограммно, в ядре ОС …</a:t>
            </a:r>
            <a:b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</a:b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для управления сменой состояния процессов.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ru-RU" altLang="ru-RU" sz="1800" b="0">
                <a:solidFill>
                  <a:srgbClr val="000000"/>
                </a:solidFill>
                <a:latin typeface="Times New Roman Cyr" pitchFamily="18" charset="0"/>
              </a:rPr>
              <a:t>Семафор может управлять процессами инвариантно относительно их скорости выполнения </a:t>
            </a:r>
            <a:endParaRPr lang="ru-RU" altLang="ru-RU" sz="1800">
              <a:solidFill>
                <a:srgbClr val="000000"/>
              </a:solidFill>
              <a:latin typeface="Times New Roman Cyr" pitchFamily="18" charset="0"/>
            </a:endParaRPr>
          </a:p>
        </p:txBody>
      </p:sp>
      <p:sp>
        <p:nvSpPr>
          <p:cNvPr id="57347" name="Rectangle 80">
            <a:extLst>
              <a:ext uri="{FF2B5EF4-FFF2-40B4-BE49-F238E27FC236}">
                <a16:creationId xmlns:a16="http://schemas.microsoft.com/office/drawing/2014/main" id="{AA442770-5C83-DA49-8A2D-950223C2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8305800" cy="18288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3200" b="0">
              <a:solidFill>
                <a:srgbClr val="00000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71373-B347-5375-A090-03BEFF00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531813"/>
            <a:ext cx="8229600" cy="1600201"/>
          </a:xfrm>
        </p:spPr>
        <p:txBody>
          <a:bodyPr/>
          <a:lstStyle/>
          <a:p>
            <a:pPr>
              <a:defRPr/>
            </a:pPr>
            <a:r>
              <a:rPr lang="ru-RU" sz="3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Взаимодействие ВПРС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C005AE3B-1666-66C0-66A7-98329680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Модели взаимодействия ВПРС</a:t>
            </a: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Исключение «критических участков».</a:t>
            </a:r>
            <a:endParaRPr lang="ru-R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Поставщик – потребитель.</a:t>
            </a: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Синхронизация ВПРС.</a:t>
            </a: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ru-R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Рандеву.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390E5-A52F-9BD6-E0C4-12E30333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531813"/>
            <a:ext cx="8229600" cy="1439863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Взаимодействие ВПРС</a:t>
            </a:r>
          </a:p>
        </p:txBody>
      </p:sp>
      <p:pic>
        <p:nvPicPr>
          <p:cNvPr id="60419" name="Содержимое 3" descr="12.jpeg">
            <a:extLst>
              <a:ext uri="{FF2B5EF4-FFF2-40B4-BE49-F238E27FC236}">
                <a16:creationId xmlns:a16="http://schemas.microsoft.com/office/drawing/2014/main" id="{D14344F6-127E-1A52-E5DF-4AA562DAD3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981075"/>
            <a:ext cx="4752975" cy="5472113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42D37-C2A5-43D0-925C-ACD24580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531813"/>
            <a:ext cx="8229600" cy="1439863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Взаимодействие ВПРС</a:t>
            </a:r>
          </a:p>
        </p:txBody>
      </p:sp>
      <p:pic>
        <p:nvPicPr>
          <p:cNvPr id="61443" name="Содержимое 3" descr="13.jpeg">
            <a:extLst>
              <a:ext uri="{FF2B5EF4-FFF2-40B4-BE49-F238E27FC236}">
                <a16:creationId xmlns:a16="http://schemas.microsoft.com/office/drawing/2014/main" id="{14A39B49-5E94-998F-3B5A-5D265D2BCC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981075"/>
            <a:ext cx="4968875" cy="5616575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02619-89F5-0910-3ACB-A80E3136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-531813"/>
            <a:ext cx="8229600" cy="1439863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Взаимодействие ВПРС</a:t>
            </a:r>
          </a:p>
        </p:txBody>
      </p:sp>
      <p:pic>
        <p:nvPicPr>
          <p:cNvPr id="62467" name="Содержимое 3" descr="14.jpeg">
            <a:extLst>
              <a:ext uri="{FF2B5EF4-FFF2-40B4-BE49-F238E27FC236}">
                <a16:creationId xmlns:a16="http://schemas.microsoft.com/office/drawing/2014/main" id="{F9F38D56-4130-048B-BA7C-9CEB73EF9C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4075" y="981075"/>
            <a:ext cx="5184775" cy="5616575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7AECDAB2-AB64-AB4E-3FF8-1FBDBB7D7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4817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en-US" sz="2000" dirty="0"/>
              <a:t>.</a:t>
            </a:r>
          </a:p>
        </p:txBody>
      </p:sp>
      <p:pic>
        <p:nvPicPr>
          <p:cNvPr id="7172" name="Рисунок 1">
            <a:extLst>
              <a:ext uri="{FF2B5EF4-FFF2-40B4-BE49-F238E27FC236}">
                <a16:creationId xmlns:a16="http://schemas.microsoft.com/office/drawing/2014/main" id="{2ECC5CB6-1C45-4471-B101-B5C98DE1B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1094758"/>
            <a:ext cx="4364583" cy="535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8854D4-3436-6A87-766A-12FC8A28F675}"/>
              </a:ext>
            </a:extLst>
          </p:cNvPr>
          <p:cNvSpPr txBox="1"/>
          <p:nvPr/>
        </p:nvSpPr>
        <p:spPr>
          <a:xfrm>
            <a:off x="1105989" y="487680"/>
            <a:ext cx="626004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sz="2000" dirty="0"/>
              <a:t>Задача на синхронизацию трёх </a:t>
            </a:r>
            <a:r>
              <a:rPr lang="ru-RU" altLang="en-US" sz="2000" dirty="0" err="1"/>
              <a:t>выч</a:t>
            </a:r>
            <a:r>
              <a:rPr lang="ru-RU" altLang="en-US" sz="2000" dirty="0"/>
              <a:t>. процессов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9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4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8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0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2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4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5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26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3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4_Исполнительная">
  <a:themeElements>
    <a:clrScheme name="Исполнительная 2">
      <a:dk1>
        <a:srgbClr val="000000"/>
      </a:dk1>
      <a:lt1>
        <a:srgbClr val="FFFFFF"/>
      </a:lt1>
      <a:dk2>
        <a:srgbClr val="000000"/>
      </a:dk2>
      <a:lt2>
        <a:srgbClr val="E4E9EF"/>
      </a:lt2>
      <a:accent1>
        <a:srgbClr val="6076B4"/>
      </a:accent1>
      <a:accent2>
        <a:srgbClr val="9C5252"/>
      </a:accent2>
      <a:accent3>
        <a:srgbClr val="FFFFFF"/>
      </a:accent3>
      <a:accent4>
        <a:srgbClr val="000000"/>
      </a:accent4>
      <a:accent5>
        <a:srgbClr val="B6BDD6"/>
      </a:accent5>
      <a:accent6>
        <a:srgbClr val="8D4949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>
    <a:extraClrScheme>
      <a:clrScheme name="Исполнительная 1">
        <a:dk1>
          <a:srgbClr val="000000"/>
        </a:dk1>
        <a:lt1>
          <a:srgbClr val="FFFFFF"/>
        </a:lt1>
        <a:dk2>
          <a:srgbClr val="2F5897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сполнительная 2">
        <a:dk1>
          <a:srgbClr val="000000"/>
        </a:dk1>
        <a:lt1>
          <a:srgbClr val="FFFFFF"/>
        </a:lt1>
        <a:dk2>
          <a:srgbClr val="000000"/>
        </a:dk2>
        <a:lt2>
          <a:srgbClr val="E4E9EF"/>
        </a:lt2>
        <a:accent1>
          <a:srgbClr val="6076B4"/>
        </a:accent1>
        <a:accent2>
          <a:srgbClr val="9C5252"/>
        </a:accent2>
        <a:accent3>
          <a:srgbClr val="FFFFFF"/>
        </a:accent3>
        <a:accent4>
          <a:srgbClr val="000000"/>
        </a:accent4>
        <a:accent5>
          <a:srgbClr val="B6BDD6"/>
        </a:accent5>
        <a:accent6>
          <a:srgbClr val="8D4949"/>
        </a:accent6>
        <a:hlink>
          <a:srgbClr val="3399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Исполнительная">
    <a:dk1>
      <a:sysClr val="windowText" lastClr="000000"/>
    </a:dk1>
    <a:lt1>
      <a:sysClr val="window" lastClr="FFFFFF"/>
    </a:lt1>
    <a:dk2>
      <a:srgbClr val="2F5897"/>
    </a:dk2>
    <a:lt2>
      <a:srgbClr val="E4E9EF"/>
    </a:lt2>
    <a:accent1>
      <a:srgbClr val="6076B4"/>
    </a:accent1>
    <a:accent2>
      <a:srgbClr val="9C5252"/>
    </a:accent2>
    <a:accent3>
      <a:srgbClr val="E68422"/>
    </a:accent3>
    <a:accent4>
      <a:srgbClr val="846648"/>
    </a:accent4>
    <a:accent5>
      <a:srgbClr val="63891F"/>
    </a:accent5>
    <a:accent6>
      <a:srgbClr val="758085"/>
    </a:accent6>
    <a:hlink>
      <a:srgbClr val="3399FF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C12B98BB84F2248BBA9D562B15004A0" ma:contentTypeVersion="4" ma:contentTypeDescription="Создание документа." ma:contentTypeScope="" ma:versionID="5b15fea4d438db6f07e51a8ee5162eb1">
  <xsd:schema xmlns:xsd="http://www.w3.org/2001/XMLSchema" xmlns:xs="http://www.w3.org/2001/XMLSchema" xmlns:p="http://schemas.microsoft.com/office/2006/metadata/properties" xmlns:ns2="6a7bfdf2-3bdd-4198-ab22-b21350125ffa" targetNamespace="http://schemas.microsoft.com/office/2006/metadata/properties" ma:root="true" ma:fieldsID="81698bf06c1b8b8aa7d02d486a05a670" ns2:_="">
    <xsd:import namespace="6a7bfdf2-3bdd-4198-ab22-b21350125f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bfdf2-3bdd-4198-ab22-b21350125f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3611B9-6E8C-4E15-8D88-03170891BA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7bfdf2-3bdd-4198-ab22-b21350125f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2345D7-ED88-4164-B46C-C46149D6C2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DE99F72-67F8-4EFE-AE1A-8E38C0C814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17485</TotalTime>
  <Words>2083</Words>
  <Application>Microsoft Macintosh PowerPoint</Application>
  <PresentationFormat>On-screen Show (4:3)</PresentationFormat>
  <Paragraphs>165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31</vt:i4>
      </vt:variant>
    </vt:vector>
  </HeadingPairs>
  <TitlesOfParts>
    <vt:vector size="52" baseType="lpstr">
      <vt:lpstr>Arial</vt:lpstr>
      <vt:lpstr>Calibri</vt:lpstr>
      <vt:lpstr>Century Gothic</vt:lpstr>
      <vt:lpstr>Courier New</vt:lpstr>
      <vt:lpstr>Palatino Linotype</vt:lpstr>
      <vt:lpstr>Symbol</vt:lpstr>
      <vt:lpstr>Times New Roman Cyr</vt:lpstr>
      <vt:lpstr>2_Исполнительная</vt:lpstr>
      <vt:lpstr>Исполнительная</vt:lpstr>
      <vt:lpstr>2_Оформление по умолчанию</vt:lpstr>
      <vt:lpstr>19_Исполнительная</vt:lpstr>
      <vt:lpstr>14_Исполнительная</vt:lpstr>
      <vt:lpstr>18_Исполнительная</vt:lpstr>
      <vt:lpstr>20_Исполнительная</vt:lpstr>
      <vt:lpstr>22_Исполнительная</vt:lpstr>
      <vt:lpstr>24_Исполнительная</vt:lpstr>
      <vt:lpstr>25_Исполнительная</vt:lpstr>
      <vt:lpstr>26_Исполнительная</vt:lpstr>
      <vt:lpstr>1_Исполнительная</vt:lpstr>
      <vt:lpstr>3_Исполнительная</vt:lpstr>
      <vt:lpstr>4_Исполнительная</vt:lpstr>
      <vt:lpstr>Лекции</vt:lpstr>
      <vt:lpstr>Модель объекта</vt:lpstr>
      <vt:lpstr>Процесс</vt:lpstr>
      <vt:lpstr>Процесс</vt:lpstr>
      <vt:lpstr>PowerPoint Presentation</vt:lpstr>
      <vt:lpstr> Вычислительный процесс</vt:lpstr>
      <vt:lpstr>PowerPoint Presentation</vt:lpstr>
      <vt:lpstr>PowerPoint Presentation</vt:lpstr>
      <vt:lpstr>Сети Петри</vt:lpstr>
      <vt:lpstr>Сети Петри</vt:lpstr>
      <vt:lpstr>PowerPoint Presentation</vt:lpstr>
      <vt:lpstr>Маркированная СП</vt:lpstr>
      <vt:lpstr>Выполнение СП</vt:lpstr>
      <vt:lpstr>PowerPoint Presentation</vt:lpstr>
      <vt:lpstr>PowerPoint Presentation</vt:lpstr>
      <vt:lpstr>Пространство состояний СП</vt:lpstr>
      <vt:lpstr>Выполнение СП</vt:lpstr>
      <vt:lpstr>Множество достижимости</vt:lpstr>
      <vt:lpstr>PowerPoint Presentation</vt:lpstr>
      <vt:lpstr>Описание бизнес - процесса</vt:lpstr>
      <vt:lpstr>Сети Петри</vt:lpstr>
      <vt:lpstr>СЕТИ ПЕТРИ</vt:lpstr>
      <vt:lpstr>PowerPoint Presentation</vt:lpstr>
      <vt:lpstr> </vt:lpstr>
      <vt:lpstr>Управление ресурсами</vt:lpstr>
      <vt:lpstr>PowerPoint Presentation</vt:lpstr>
      <vt:lpstr>Взаимодействие ВПРС</vt:lpstr>
      <vt:lpstr>Взаимодействие ВПРС</vt:lpstr>
      <vt:lpstr>Взаимодействие ВПРС</vt:lpstr>
      <vt:lpstr>Взаимодействие ВПРС</vt:lpstr>
      <vt:lpstr>PowerPoint Presentation</vt:lpstr>
    </vt:vector>
  </TitlesOfParts>
  <Company>Кафедра ИУС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темы</dc:title>
  <dc:creator>tvish</dc:creator>
  <cp:lastModifiedBy>Гончаров Александр</cp:lastModifiedBy>
  <cp:revision>182</cp:revision>
  <dcterms:created xsi:type="dcterms:W3CDTF">2009-06-17T13:06:31Z</dcterms:created>
  <dcterms:modified xsi:type="dcterms:W3CDTF">2025-11-15T16:16:38Z</dcterms:modified>
</cp:coreProperties>
</file>